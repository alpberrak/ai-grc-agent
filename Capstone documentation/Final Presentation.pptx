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Plus Jakarta Sans"/>
      <p:regular r:id="rId26"/>
      <p:bold r:id="rId27"/>
      <p:italic r:id="rId28"/>
      <p:boldItalic r:id="rId29"/>
    </p:embeddedFont>
    <p:embeddedFont>
      <p:font typeface="Inter"/>
      <p:regular r:id="rId30"/>
      <p:bold r:id="rId31"/>
      <p:italic r:id="rId32"/>
      <p:boldItalic r:id="rId33"/>
    </p:embeddedFont>
    <p:embeddedFont>
      <p:font typeface="Plus Jakarta Sans Medium"/>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lusJakartaSans-regular.fntdata"/><Relationship Id="rId25" Type="http://schemas.openxmlformats.org/officeDocument/2006/relationships/font" Target="fonts/Roboto-boldItalic.fntdata"/><Relationship Id="rId28" Type="http://schemas.openxmlformats.org/officeDocument/2006/relationships/font" Target="fonts/PlusJakartaSans-italic.fntdata"/><Relationship Id="rId27" Type="http://schemas.openxmlformats.org/officeDocument/2006/relationships/font" Target="fonts/PlusJakarta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lusJakartaSans-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fntdata"/><Relationship Id="rId30" Type="http://schemas.openxmlformats.org/officeDocument/2006/relationships/font" Target="fonts/Inter-regular.fntdata"/><Relationship Id="rId11" Type="http://schemas.openxmlformats.org/officeDocument/2006/relationships/slide" Target="slides/slide5.xml"/><Relationship Id="rId33" Type="http://schemas.openxmlformats.org/officeDocument/2006/relationships/font" Target="fonts/Inter-boldItalic.fntdata"/><Relationship Id="rId10" Type="http://schemas.openxmlformats.org/officeDocument/2006/relationships/slide" Target="slides/slide4.xml"/><Relationship Id="rId32" Type="http://schemas.openxmlformats.org/officeDocument/2006/relationships/font" Target="fonts/Inter-italic.fntdata"/><Relationship Id="rId13" Type="http://schemas.openxmlformats.org/officeDocument/2006/relationships/slide" Target="slides/slide7.xml"/><Relationship Id="rId35" Type="http://schemas.openxmlformats.org/officeDocument/2006/relationships/font" Target="fonts/PlusJakartaSansMedium-bold.fntdata"/><Relationship Id="rId12" Type="http://schemas.openxmlformats.org/officeDocument/2006/relationships/slide" Target="slides/slide6.xml"/><Relationship Id="rId34" Type="http://schemas.openxmlformats.org/officeDocument/2006/relationships/font" Target="fonts/PlusJakartaSansMedium-regular.fntdata"/><Relationship Id="rId15" Type="http://schemas.openxmlformats.org/officeDocument/2006/relationships/slide" Target="slides/slide9.xml"/><Relationship Id="rId37" Type="http://schemas.openxmlformats.org/officeDocument/2006/relationships/font" Target="fonts/PlusJakartaSansMedium-boldItalic.fntdata"/><Relationship Id="rId14" Type="http://schemas.openxmlformats.org/officeDocument/2006/relationships/slide" Target="slides/slide8.xml"/><Relationship Id="rId36" Type="http://schemas.openxmlformats.org/officeDocument/2006/relationships/font" Target="fonts/PlusJakartaSans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6fc9973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96fc9973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6fc99738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96fc99738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a:t>
            </a:r>
            <a:r>
              <a:rPr lang="en"/>
              <a:t>regulations</a:t>
            </a:r>
            <a:endParaRPr/>
          </a:p>
          <a:p>
            <a:pPr indent="0" lvl="0" marL="0" rtl="0" algn="l">
              <a:spcBef>
                <a:spcPts val="0"/>
              </a:spcBef>
              <a:spcAft>
                <a:spcPts val="0"/>
              </a:spcAft>
              <a:buNone/>
            </a:pPr>
            <a:r>
              <a:rPr lang="en"/>
              <a:t>Alp - Risk Assessments + Scope</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6fc997381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6fc997381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data privacy regulations and n8n</a:t>
            </a:r>
            <a:endParaRPr/>
          </a:p>
          <a:p>
            <a:pPr indent="0" lvl="0" marL="0" rtl="0" algn="l">
              <a:spcBef>
                <a:spcPts val="0"/>
              </a:spcBef>
              <a:spcAft>
                <a:spcPts val="0"/>
              </a:spcAft>
              <a:buNone/>
            </a:pPr>
            <a:r>
              <a:rPr lang="en"/>
              <a:t>Alp - NIST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6fc997381_0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6fc997381_0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 - both goals and how we achieved this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6fc997381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6fc997381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whole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96fc997381_0_1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96fc997381_0_1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whole slide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96fc997381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96fc997381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 - whole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96fc997381_0_1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96fc997381_0_1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 - whole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6fc997381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96fc997381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n8n Learnng Curve and Parsing user input correctly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6fc997381_0_1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6fc997381_0_1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whole slide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96fc997381_0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96fc997381_0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 - whole slide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6fc997381_0_1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96fc997381_0_1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whole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96fc997381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96fc997381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 - whole slide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7197775d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97197775d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Carter - whole slide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97197775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97197775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of us answer questions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53" name="Shape 53"/>
        <p:cNvGrpSpPr/>
        <p:nvPr/>
      </p:nvGrpSpPr>
      <p:grpSpPr>
        <a:xfrm>
          <a:off x="0" y="0"/>
          <a:ext cx="0" cy="0"/>
          <a:chOff x="0" y="0"/>
          <a:chExt cx="0" cy="0"/>
        </a:xfrm>
      </p:grpSpPr>
      <p:sp>
        <p:nvSpPr>
          <p:cNvPr id="54" name="Google Shape;54;p14"/>
          <p:cNvSpPr/>
          <p:nvPr/>
        </p:nvSpPr>
        <p:spPr>
          <a:xfrm>
            <a:off x="6849412" y="229900"/>
            <a:ext cx="2068500" cy="20685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5" name="Google Shape;55;p14"/>
          <p:cNvSpPr/>
          <p:nvPr/>
        </p:nvSpPr>
        <p:spPr>
          <a:xfrm>
            <a:off x="228600" y="229900"/>
            <a:ext cx="4349400" cy="4683600"/>
          </a:xfrm>
          <a:prstGeom prst="roundRect">
            <a:avLst>
              <a:gd fmla="val 584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56" name="Google Shape;56;p14"/>
          <p:cNvSpPr/>
          <p:nvPr/>
        </p:nvSpPr>
        <p:spPr>
          <a:xfrm>
            <a:off x="4679587" y="229900"/>
            <a:ext cx="2068500" cy="2068500"/>
          </a:xfrm>
          <a:prstGeom prst="roundRect">
            <a:avLst>
              <a:gd fmla="val 1221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Plus Jakarta Sans"/>
                <a:ea typeface="Plus Jakarta Sans"/>
                <a:cs typeface="Plus Jakarta Sans"/>
                <a:sym typeface="Plus Jakarta Sans"/>
              </a:rPr>
              <a:t> </a:t>
            </a:r>
            <a:endParaRPr>
              <a:solidFill>
                <a:schemeClr val="accent2"/>
              </a:solidFill>
              <a:latin typeface="Plus Jakarta Sans"/>
              <a:ea typeface="Plus Jakarta Sans"/>
              <a:cs typeface="Plus Jakarta Sans"/>
              <a:sym typeface="Plus Jakarta Sans"/>
            </a:endParaRPr>
          </a:p>
        </p:txBody>
      </p:sp>
      <p:sp>
        <p:nvSpPr>
          <p:cNvPr id="57" name="Google Shape;57;p14"/>
          <p:cNvSpPr/>
          <p:nvPr/>
        </p:nvSpPr>
        <p:spPr>
          <a:xfrm>
            <a:off x="4679599" y="2404695"/>
            <a:ext cx="4238400" cy="2508900"/>
          </a:xfrm>
          <a:prstGeom prst="roundRect">
            <a:avLst>
              <a:gd fmla="val 1013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nvGrpSpPr>
          <p:cNvPr id="58" name="Google Shape;58;p14"/>
          <p:cNvGrpSpPr/>
          <p:nvPr/>
        </p:nvGrpSpPr>
        <p:grpSpPr>
          <a:xfrm>
            <a:off x="4524845" y="724771"/>
            <a:ext cx="2377504" cy="1078596"/>
            <a:chOff x="4571989" y="769200"/>
            <a:chExt cx="2320422" cy="1052700"/>
          </a:xfrm>
        </p:grpSpPr>
        <p:sp>
          <p:nvSpPr>
            <p:cNvPr id="59" name="Google Shape;59;p14"/>
            <p:cNvSpPr/>
            <p:nvPr/>
          </p:nvSpPr>
          <p:spPr>
            <a:xfrm>
              <a:off x="5691810"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60" name="Google Shape;60;p14"/>
            <p:cNvSpPr/>
            <p:nvPr/>
          </p:nvSpPr>
          <p:spPr>
            <a:xfrm flipH="1">
              <a:off x="4571989"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grpSp>
      <p:grpSp>
        <p:nvGrpSpPr>
          <p:cNvPr id="61" name="Google Shape;61;p14"/>
          <p:cNvGrpSpPr/>
          <p:nvPr/>
        </p:nvGrpSpPr>
        <p:grpSpPr>
          <a:xfrm>
            <a:off x="7352898" y="762044"/>
            <a:ext cx="1061865" cy="1004215"/>
            <a:chOff x="7312075" y="834700"/>
            <a:chExt cx="1022400" cy="966799"/>
          </a:xfrm>
        </p:grpSpPr>
        <p:sp>
          <p:nvSpPr>
            <p:cNvPr id="62" name="Google Shape;62;p14"/>
            <p:cNvSpPr/>
            <p:nvPr/>
          </p:nvSpPr>
          <p:spPr>
            <a:xfrm>
              <a:off x="7312075" y="834700"/>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sp>
          <p:nvSpPr>
            <p:cNvPr id="63" name="Google Shape;63;p14"/>
            <p:cNvSpPr/>
            <p:nvPr/>
          </p:nvSpPr>
          <p:spPr>
            <a:xfrm>
              <a:off x="7312075" y="1363499"/>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sp>
        <p:nvSpPr>
          <p:cNvPr id="64" name="Google Shape;64;p14"/>
          <p:cNvSpPr txBox="1"/>
          <p:nvPr>
            <p:ph idx="1" type="subTitle"/>
          </p:nvPr>
        </p:nvSpPr>
        <p:spPr>
          <a:xfrm>
            <a:off x="4897375" y="2609925"/>
            <a:ext cx="3679800" cy="452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5" name="Google Shape;65;p14"/>
          <p:cNvSpPr txBox="1"/>
          <p:nvPr>
            <p:ph type="title"/>
          </p:nvPr>
        </p:nvSpPr>
        <p:spPr>
          <a:xfrm>
            <a:off x="563400" y="3695700"/>
            <a:ext cx="3679800" cy="9384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BLANK_1_2">
    <p:spTree>
      <p:nvGrpSpPr>
        <p:cNvPr id="66" name="Shape 66"/>
        <p:cNvGrpSpPr/>
        <p:nvPr/>
      </p:nvGrpSpPr>
      <p:grpSpPr>
        <a:xfrm>
          <a:off x="0" y="0"/>
          <a:ext cx="0" cy="0"/>
          <a:chOff x="0" y="0"/>
          <a:chExt cx="0" cy="0"/>
        </a:xfrm>
      </p:grpSpPr>
      <p:sp>
        <p:nvSpPr>
          <p:cNvPr id="67" name="Google Shape;67;p15"/>
          <p:cNvSpPr/>
          <p:nvPr/>
        </p:nvSpPr>
        <p:spPr>
          <a:xfrm rot="5400000">
            <a:off x="-285900" y="285900"/>
            <a:ext cx="5143500" cy="4571700"/>
          </a:xfrm>
          <a:prstGeom prst="round2SameRect">
            <a:avLst>
              <a:gd fmla="val 7676"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Inter"/>
              <a:ea typeface="Inter"/>
              <a:cs typeface="Inter"/>
              <a:sym typeface="Inter"/>
            </a:endParaRPr>
          </a:p>
        </p:txBody>
      </p:sp>
      <p:sp>
        <p:nvSpPr>
          <p:cNvPr id="68" name="Google Shape;68;p15"/>
          <p:cNvSpPr txBox="1"/>
          <p:nvPr>
            <p:ph type="title"/>
          </p:nvPr>
        </p:nvSpPr>
        <p:spPr>
          <a:xfrm>
            <a:off x="228600" y="228600"/>
            <a:ext cx="3713100" cy="11082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3">
    <p:spTree>
      <p:nvGrpSpPr>
        <p:cNvPr id="69" name="Shape 69"/>
        <p:cNvGrpSpPr/>
        <p:nvPr/>
      </p:nvGrpSpPr>
      <p:grpSpPr>
        <a:xfrm>
          <a:off x="0" y="0"/>
          <a:ext cx="0" cy="0"/>
          <a:chOff x="0" y="0"/>
          <a:chExt cx="0" cy="0"/>
        </a:xfrm>
      </p:grpSpPr>
      <p:sp>
        <p:nvSpPr>
          <p:cNvPr id="70" name="Google Shape;70;p16"/>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71" name="Google Shape;71;p16"/>
          <p:cNvSpPr txBox="1"/>
          <p:nvPr>
            <p:ph idx="1" type="body"/>
          </p:nvPr>
        </p:nvSpPr>
        <p:spPr>
          <a:xfrm>
            <a:off x="3186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2" name="Google Shape;72;p16"/>
          <p:cNvSpPr txBox="1"/>
          <p:nvPr>
            <p:ph idx="2" type="body"/>
          </p:nvPr>
        </p:nvSpPr>
        <p:spPr>
          <a:xfrm>
            <a:off x="6911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3" name="Google Shape;73;p16"/>
          <p:cNvSpPr txBox="1"/>
          <p:nvPr>
            <p:ph idx="3" type="body"/>
          </p:nvPr>
        </p:nvSpPr>
        <p:spPr>
          <a:xfrm>
            <a:off x="2516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4" name="Google Shape;74;p16"/>
          <p:cNvSpPr txBox="1"/>
          <p:nvPr>
            <p:ph idx="4" type="body"/>
          </p:nvPr>
        </p:nvSpPr>
        <p:spPr>
          <a:xfrm>
            <a:off x="4713588"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5" name="Google Shape;75;p16"/>
          <p:cNvSpPr txBox="1"/>
          <p:nvPr>
            <p:ph idx="5" type="subTitle"/>
          </p:nvPr>
        </p:nvSpPr>
        <p:spPr>
          <a:xfrm>
            <a:off x="381950" y="2393500"/>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76" name="Google Shape;76;p16"/>
          <p:cNvSpPr txBox="1"/>
          <p:nvPr>
            <p:ph idx="6" type="subTitle"/>
          </p:nvPr>
        </p:nvSpPr>
        <p:spPr>
          <a:xfrm>
            <a:off x="2574000" y="2378475"/>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77" name="Google Shape;77;p16"/>
          <p:cNvSpPr txBox="1"/>
          <p:nvPr>
            <p:ph idx="7" type="subTitle"/>
          </p:nvPr>
        </p:nvSpPr>
        <p:spPr>
          <a:xfrm>
            <a:off x="4806538"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78" name="Google Shape;78;p16"/>
          <p:cNvSpPr txBox="1"/>
          <p:nvPr>
            <p:ph idx="8" type="subTitle"/>
          </p:nvPr>
        </p:nvSpPr>
        <p:spPr>
          <a:xfrm>
            <a:off x="7007100"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2">
    <p:spTree>
      <p:nvGrpSpPr>
        <p:cNvPr id="79" name="Shape 79"/>
        <p:cNvGrpSpPr/>
        <p:nvPr/>
      </p:nvGrpSpPr>
      <p:grpSpPr>
        <a:xfrm>
          <a:off x="0" y="0"/>
          <a:ext cx="0" cy="0"/>
          <a:chOff x="0" y="0"/>
          <a:chExt cx="0" cy="0"/>
        </a:xfrm>
      </p:grpSpPr>
      <p:sp>
        <p:nvSpPr>
          <p:cNvPr id="80" name="Google Shape;80;p17"/>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_1_1_1_1_1_1_1_1">
    <p:spTree>
      <p:nvGrpSpPr>
        <p:cNvPr id="81" name="Shape 8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LANK_1_1_1_1_1_1_1_1_1_1_3">
    <p:spTree>
      <p:nvGrpSpPr>
        <p:cNvPr id="82" name="Shape 82"/>
        <p:cNvGrpSpPr/>
        <p:nvPr/>
      </p:nvGrpSpPr>
      <p:grpSpPr>
        <a:xfrm>
          <a:off x="0" y="0"/>
          <a:ext cx="0" cy="0"/>
          <a:chOff x="0" y="0"/>
          <a:chExt cx="0" cy="0"/>
        </a:xfrm>
      </p:grpSpPr>
      <p:sp>
        <p:nvSpPr>
          <p:cNvPr id="83" name="Google Shape;83;p19"/>
          <p:cNvSpPr/>
          <p:nvPr/>
        </p:nvSpPr>
        <p:spPr>
          <a:xfrm>
            <a:off x="228600" y="632050"/>
            <a:ext cx="8686800" cy="3539400"/>
          </a:xfrm>
          <a:prstGeom prst="roundRect">
            <a:avLst>
              <a:gd fmla="val 5122"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84" name="Google Shape;84;p19"/>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85" name="Google Shape;85;p19"/>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
        <p:nvSpPr>
          <p:cNvPr id="86" name="Google Shape;86;p19"/>
          <p:cNvSpPr txBox="1"/>
          <p:nvPr>
            <p:ph idx="2" type="body"/>
          </p:nvPr>
        </p:nvSpPr>
        <p:spPr>
          <a:xfrm>
            <a:off x="378975"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7" name="Google Shape;87;p19"/>
          <p:cNvSpPr txBox="1"/>
          <p:nvPr>
            <p:ph idx="3" type="body"/>
          </p:nvPr>
        </p:nvSpPr>
        <p:spPr>
          <a:xfrm>
            <a:off x="4774123"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LANK_1_1_1_1_1_1_1_1_1_1_3_1">
    <p:spTree>
      <p:nvGrpSpPr>
        <p:cNvPr id="88" name="Shape 88"/>
        <p:cNvGrpSpPr/>
        <p:nvPr/>
      </p:nvGrpSpPr>
      <p:grpSpPr>
        <a:xfrm>
          <a:off x="0" y="0"/>
          <a:ext cx="0" cy="0"/>
          <a:chOff x="0" y="0"/>
          <a:chExt cx="0" cy="0"/>
        </a:xfrm>
      </p:grpSpPr>
      <p:sp>
        <p:nvSpPr>
          <p:cNvPr id="89" name="Google Shape;89;p20"/>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90" name="Google Shape;90;p20"/>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91" name="Shape 91"/>
        <p:cNvGrpSpPr/>
        <p:nvPr/>
      </p:nvGrpSpPr>
      <p:grpSpPr>
        <a:xfrm>
          <a:off x="0" y="0"/>
          <a:ext cx="0" cy="0"/>
          <a:chOff x="0" y="0"/>
          <a:chExt cx="0" cy="0"/>
        </a:xfrm>
      </p:grpSpPr>
      <p:sp>
        <p:nvSpPr>
          <p:cNvPr id="92" name="Google Shape;92;p21"/>
          <p:cNvSpPr txBox="1"/>
          <p:nvPr>
            <p:ph idx="1" type="subTitle"/>
          </p:nvPr>
        </p:nvSpPr>
        <p:spPr>
          <a:xfrm>
            <a:off x="927475" y="12697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3" name="Google Shape;93;p21"/>
          <p:cNvSpPr txBox="1"/>
          <p:nvPr>
            <p:ph idx="2" type="subTitle"/>
          </p:nvPr>
        </p:nvSpPr>
        <p:spPr>
          <a:xfrm>
            <a:off x="927475" y="20731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4" name="Google Shape;94;p21"/>
          <p:cNvSpPr txBox="1"/>
          <p:nvPr>
            <p:ph idx="3" type="subTitle"/>
          </p:nvPr>
        </p:nvSpPr>
        <p:spPr>
          <a:xfrm>
            <a:off x="927475" y="28913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5" name="Google Shape;95;p21"/>
          <p:cNvSpPr txBox="1"/>
          <p:nvPr>
            <p:ph idx="4" type="subTitle"/>
          </p:nvPr>
        </p:nvSpPr>
        <p:spPr>
          <a:xfrm>
            <a:off x="927475" y="36926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96" name="Google Shape;96;p21"/>
          <p:cNvSpPr txBox="1"/>
          <p:nvPr>
            <p:ph idx="5" type="subTitle"/>
          </p:nvPr>
        </p:nvSpPr>
        <p:spPr>
          <a:xfrm>
            <a:off x="228600" y="12697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9pPr>
          </a:lstStyle>
          <a:p/>
        </p:txBody>
      </p:sp>
      <p:sp>
        <p:nvSpPr>
          <p:cNvPr id="97" name="Google Shape;97;p21"/>
          <p:cNvSpPr txBox="1"/>
          <p:nvPr>
            <p:ph idx="6" type="subTitle"/>
          </p:nvPr>
        </p:nvSpPr>
        <p:spPr>
          <a:xfrm>
            <a:off x="228600" y="20731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98" name="Google Shape;98;p21"/>
          <p:cNvSpPr txBox="1"/>
          <p:nvPr>
            <p:ph idx="7" type="subTitle"/>
          </p:nvPr>
        </p:nvSpPr>
        <p:spPr>
          <a:xfrm>
            <a:off x="228600" y="28913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99" name="Google Shape;99;p21"/>
          <p:cNvSpPr txBox="1"/>
          <p:nvPr>
            <p:ph idx="8" type="subTitle"/>
          </p:nvPr>
        </p:nvSpPr>
        <p:spPr>
          <a:xfrm>
            <a:off x="228600" y="36926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deas">
  <p:cSld name="BLANK_1_1_1_1_1_1_1_1_1_1_1_1_1_2">
    <p:spTree>
      <p:nvGrpSpPr>
        <p:cNvPr id="100" name="Shape 100"/>
        <p:cNvGrpSpPr/>
        <p:nvPr/>
      </p:nvGrpSpPr>
      <p:grpSpPr>
        <a:xfrm>
          <a:off x="0" y="0"/>
          <a:ext cx="0" cy="0"/>
          <a:chOff x="0" y="0"/>
          <a:chExt cx="0" cy="0"/>
        </a:xfrm>
      </p:grpSpPr>
      <p:sp>
        <p:nvSpPr>
          <p:cNvPr id="101" name="Google Shape;101;p22"/>
          <p:cNvSpPr txBox="1"/>
          <p:nvPr>
            <p:ph type="title"/>
          </p:nvPr>
        </p:nvSpPr>
        <p:spPr>
          <a:xfrm>
            <a:off x="228300" y="9219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102" name="Google Shape;102;p22"/>
          <p:cNvSpPr txBox="1"/>
          <p:nvPr>
            <p:ph idx="2" type="title"/>
          </p:nvPr>
        </p:nvSpPr>
        <p:spPr>
          <a:xfrm>
            <a:off x="4788000" y="9173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103" name="Google Shape;103;p22"/>
          <p:cNvSpPr txBox="1"/>
          <p:nvPr>
            <p:ph idx="1" type="body"/>
          </p:nvPr>
        </p:nvSpPr>
        <p:spPr>
          <a:xfrm>
            <a:off x="228600" y="1345400"/>
            <a:ext cx="4134300" cy="1104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4" name="Google Shape;104;p22"/>
          <p:cNvSpPr txBox="1"/>
          <p:nvPr>
            <p:ph idx="3" type="body"/>
          </p:nvPr>
        </p:nvSpPr>
        <p:spPr>
          <a:xfrm>
            <a:off x="4781100" y="1345400"/>
            <a:ext cx="4134300" cy="1104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5" name="Google Shape;105;p22"/>
          <p:cNvSpPr txBox="1"/>
          <p:nvPr>
            <p:ph idx="4" type="subTitle"/>
          </p:nvPr>
        </p:nvSpPr>
        <p:spPr>
          <a:xfrm>
            <a:off x="5058000" y="3305850"/>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06" name="Google Shape;106;p22"/>
          <p:cNvSpPr txBox="1"/>
          <p:nvPr>
            <p:ph idx="5" type="body"/>
          </p:nvPr>
        </p:nvSpPr>
        <p:spPr>
          <a:xfrm>
            <a:off x="5058000" y="3595225"/>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7" name="Google Shape;107;p22"/>
          <p:cNvSpPr txBox="1"/>
          <p:nvPr>
            <p:ph idx="6" type="subTitle"/>
          </p:nvPr>
        </p:nvSpPr>
        <p:spPr>
          <a:xfrm>
            <a:off x="2438171" y="3305838"/>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08" name="Google Shape;108;p22"/>
          <p:cNvSpPr txBox="1"/>
          <p:nvPr>
            <p:ph idx="7" type="body"/>
          </p:nvPr>
        </p:nvSpPr>
        <p:spPr>
          <a:xfrm>
            <a:off x="2438171" y="3595213"/>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09" name="Google Shape;109;p22"/>
          <p:cNvSpPr/>
          <p:nvPr>
            <p:ph idx="8" type="pic"/>
          </p:nvPr>
        </p:nvSpPr>
        <p:spPr>
          <a:xfrm>
            <a:off x="0" y="3029625"/>
            <a:ext cx="2178300" cy="1895700"/>
          </a:xfrm>
          <a:prstGeom prst="rect">
            <a:avLst/>
          </a:prstGeom>
          <a:noFill/>
          <a:ln>
            <a:noFill/>
          </a:ln>
        </p:spPr>
      </p:sp>
      <p:sp>
        <p:nvSpPr>
          <p:cNvPr id="110" name="Google Shape;110;p22"/>
          <p:cNvSpPr/>
          <p:nvPr>
            <p:ph idx="9" type="pic"/>
          </p:nvPr>
        </p:nvSpPr>
        <p:spPr>
          <a:xfrm>
            <a:off x="6965700" y="3010075"/>
            <a:ext cx="2178300" cy="18957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idea">
  <p:cSld name="BLANK_1_1_1_1_1_1_1_1_1_1_1_1_1_2_1">
    <p:spTree>
      <p:nvGrpSpPr>
        <p:cNvPr id="111" name="Shape 111"/>
        <p:cNvGrpSpPr/>
        <p:nvPr/>
      </p:nvGrpSpPr>
      <p:grpSpPr>
        <a:xfrm>
          <a:off x="0" y="0"/>
          <a:ext cx="0" cy="0"/>
          <a:chOff x="0" y="0"/>
          <a:chExt cx="0" cy="0"/>
        </a:xfrm>
      </p:grpSpPr>
      <p:sp>
        <p:nvSpPr>
          <p:cNvPr id="112" name="Google Shape;112;p23"/>
          <p:cNvSpPr/>
          <p:nvPr/>
        </p:nvSpPr>
        <p:spPr>
          <a:xfrm>
            <a:off x="0" y="3149700"/>
            <a:ext cx="5322300" cy="1993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13" name="Google Shape;113;p23"/>
          <p:cNvSpPr txBox="1"/>
          <p:nvPr>
            <p:ph type="title"/>
          </p:nvPr>
        </p:nvSpPr>
        <p:spPr>
          <a:xfrm>
            <a:off x="228600" y="191575"/>
            <a:ext cx="4285800" cy="393600"/>
          </a:xfrm>
          <a:prstGeom prst="rect">
            <a:avLst/>
          </a:prstGeom>
        </p:spPr>
        <p:txBody>
          <a:bodyPr anchorCtr="0" anchor="t" bIns="0" lIns="0" spcFirstLastPara="1" rIns="0" wrap="square" tIns="0">
            <a:spAutoFit/>
          </a:bodyPr>
          <a:lstStyle>
            <a:lvl1pPr lvl="0">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9pPr>
          </a:lstStyle>
          <a:p/>
        </p:txBody>
      </p:sp>
      <p:sp>
        <p:nvSpPr>
          <p:cNvPr id="114" name="Google Shape;114;p23"/>
          <p:cNvSpPr txBox="1"/>
          <p:nvPr>
            <p:ph idx="1" type="body"/>
          </p:nvPr>
        </p:nvSpPr>
        <p:spPr>
          <a:xfrm>
            <a:off x="228600" y="1317900"/>
            <a:ext cx="4285800" cy="9645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5" name="Google Shape;115;p23"/>
          <p:cNvSpPr txBox="1"/>
          <p:nvPr>
            <p:ph idx="2" type="subTitle"/>
          </p:nvPr>
        </p:nvSpPr>
        <p:spPr>
          <a:xfrm>
            <a:off x="2286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16" name="Google Shape;116;p23"/>
          <p:cNvSpPr txBox="1"/>
          <p:nvPr>
            <p:ph idx="3" type="body"/>
          </p:nvPr>
        </p:nvSpPr>
        <p:spPr>
          <a:xfrm>
            <a:off x="2286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7" name="Google Shape;117;p23"/>
          <p:cNvSpPr txBox="1"/>
          <p:nvPr>
            <p:ph idx="4" type="subTitle"/>
          </p:nvPr>
        </p:nvSpPr>
        <p:spPr>
          <a:xfrm>
            <a:off x="25575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18" name="Google Shape;118;p23"/>
          <p:cNvSpPr txBox="1"/>
          <p:nvPr>
            <p:ph idx="5" type="body"/>
          </p:nvPr>
        </p:nvSpPr>
        <p:spPr>
          <a:xfrm>
            <a:off x="25575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19" name="Google Shape;119;p23"/>
          <p:cNvSpPr/>
          <p:nvPr>
            <p:ph idx="6" type="pic"/>
          </p:nvPr>
        </p:nvSpPr>
        <p:spPr>
          <a:xfrm rot="-5400000">
            <a:off x="4491900" y="497850"/>
            <a:ext cx="5156400" cy="4147800"/>
          </a:xfrm>
          <a:prstGeom prst="round2SameRect">
            <a:avLst>
              <a:gd fmla="val 8254" name="adj1"/>
              <a:gd fmla="val 0" name="adj2"/>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BLANK_1_1_1_1_1_1_1_1_1_1_1_1_1_1_1_1_1_1_1_1_1">
    <p:spTree>
      <p:nvGrpSpPr>
        <p:cNvPr id="120" name="Shape 120"/>
        <p:cNvGrpSpPr/>
        <p:nvPr/>
      </p:nvGrpSpPr>
      <p:grpSpPr>
        <a:xfrm>
          <a:off x="0" y="0"/>
          <a:ext cx="0" cy="0"/>
          <a:chOff x="0" y="0"/>
          <a:chExt cx="0" cy="0"/>
        </a:xfrm>
      </p:grpSpPr>
      <p:sp>
        <p:nvSpPr>
          <p:cNvPr id="121" name="Google Shape;121;p24"/>
          <p:cNvSpPr/>
          <p:nvPr>
            <p:ph idx="2" type="pic"/>
          </p:nvPr>
        </p:nvSpPr>
        <p:spPr>
          <a:xfrm>
            <a:off x="228650" y="2813125"/>
            <a:ext cx="8018700" cy="2099100"/>
          </a:xfrm>
          <a:prstGeom prst="roundRect">
            <a:avLst>
              <a:gd fmla="val 7988" name="adj"/>
            </a:avLst>
          </a:prstGeom>
          <a:noFill/>
          <a:ln>
            <a:noFill/>
          </a:ln>
        </p:spPr>
      </p:sp>
      <p:sp>
        <p:nvSpPr>
          <p:cNvPr id="122" name="Google Shape;122;p24"/>
          <p:cNvSpPr txBox="1"/>
          <p:nvPr>
            <p:ph idx="1" type="subTitle"/>
          </p:nvPr>
        </p:nvSpPr>
        <p:spPr>
          <a:xfrm>
            <a:off x="228600" y="947332"/>
            <a:ext cx="6480300" cy="595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
        <p:nvSpPr>
          <p:cNvPr id="123" name="Google Shape;123;p24"/>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124" name="Shape 124"/>
        <p:cNvGrpSpPr/>
        <p:nvPr/>
      </p:nvGrpSpPr>
      <p:grpSpPr>
        <a:xfrm>
          <a:off x="0" y="0"/>
          <a:ext cx="0" cy="0"/>
          <a:chOff x="0" y="0"/>
          <a:chExt cx="0" cy="0"/>
        </a:xfrm>
      </p:grpSpPr>
      <p:sp>
        <p:nvSpPr>
          <p:cNvPr id="125" name="Google Shape;125;p25"/>
          <p:cNvSpPr/>
          <p:nvPr>
            <p:ph idx="2" type="pic"/>
          </p:nvPr>
        </p:nvSpPr>
        <p:spPr>
          <a:xfrm>
            <a:off x="354750" y="1034550"/>
            <a:ext cx="1833000" cy="1833000"/>
          </a:xfrm>
          <a:prstGeom prst="roundRect">
            <a:avLst>
              <a:gd fmla="val 8703" name="adj"/>
            </a:avLst>
          </a:prstGeom>
          <a:noFill/>
          <a:ln>
            <a:noFill/>
          </a:ln>
        </p:spPr>
      </p:sp>
      <p:sp>
        <p:nvSpPr>
          <p:cNvPr id="126" name="Google Shape;126;p25"/>
          <p:cNvSpPr/>
          <p:nvPr>
            <p:ph idx="3" type="pic"/>
          </p:nvPr>
        </p:nvSpPr>
        <p:spPr>
          <a:xfrm>
            <a:off x="2555250" y="1034550"/>
            <a:ext cx="1833000" cy="1833000"/>
          </a:xfrm>
          <a:prstGeom prst="roundRect">
            <a:avLst>
              <a:gd fmla="val 8703" name="adj"/>
            </a:avLst>
          </a:prstGeom>
          <a:noFill/>
          <a:ln>
            <a:noFill/>
          </a:ln>
        </p:spPr>
      </p:sp>
      <p:sp>
        <p:nvSpPr>
          <p:cNvPr id="127" name="Google Shape;127;p25"/>
          <p:cNvSpPr/>
          <p:nvPr>
            <p:ph idx="4" type="pic"/>
          </p:nvPr>
        </p:nvSpPr>
        <p:spPr>
          <a:xfrm>
            <a:off x="4755750" y="1034550"/>
            <a:ext cx="1833000" cy="1833000"/>
          </a:xfrm>
          <a:prstGeom prst="roundRect">
            <a:avLst>
              <a:gd fmla="val 8703" name="adj"/>
            </a:avLst>
          </a:prstGeom>
          <a:noFill/>
          <a:ln>
            <a:noFill/>
          </a:ln>
        </p:spPr>
      </p:sp>
      <p:sp>
        <p:nvSpPr>
          <p:cNvPr id="128" name="Google Shape;128;p25"/>
          <p:cNvSpPr/>
          <p:nvPr>
            <p:ph idx="5" type="pic"/>
          </p:nvPr>
        </p:nvSpPr>
        <p:spPr>
          <a:xfrm>
            <a:off x="6956250" y="1034550"/>
            <a:ext cx="1833000" cy="1833000"/>
          </a:xfrm>
          <a:prstGeom prst="roundRect">
            <a:avLst>
              <a:gd fmla="val 8703" name="adj"/>
            </a:avLst>
          </a:prstGeom>
          <a:noFill/>
          <a:ln>
            <a:noFill/>
          </a:ln>
        </p:spPr>
      </p:sp>
      <p:sp>
        <p:nvSpPr>
          <p:cNvPr id="129" name="Google Shape;129;p25"/>
          <p:cNvSpPr txBox="1"/>
          <p:nvPr>
            <p:ph idx="1" type="subTitle"/>
          </p:nvPr>
        </p:nvSpPr>
        <p:spPr>
          <a:xfrm>
            <a:off x="399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0" name="Google Shape;130;p25"/>
          <p:cNvSpPr txBox="1"/>
          <p:nvPr>
            <p:ph idx="6" type="subTitle"/>
          </p:nvPr>
        </p:nvSpPr>
        <p:spPr>
          <a:xfrm>
            <a:off x="399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31" name="Google Shape;131;p25"/>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2" name="Google Shape;132;p25"/>
          <p:cNvSpPr txBox="1"/>
          <p:nvPr>
            <p:ph idx="8" type="subTitle"/>
          </p:nvPr>
        </p:nvSpPr>
        <p:spPr>
          <a:xfrm>
            <a:off x="2600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3" name="Google Shape;133;p25"/>
          <p:cNvSpPr txBox="1"/>
          <p:nvPr>
            <p:ph idx="9" type="subTitle"/>
          </p:nvPr>
        </p:nvSpPr>
        <p:spPr>
          <a:xfrm>
            <a:off x="2600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34" name="Google Shape;134;p25"/>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5" name="Google Shape;135;p25"/>
          <p:cNvSpPr txBox="1"/>
          <p:nvPr>
            <p:ph idx="14" type="subTitle"/>
          </p:nvPr>
        </p:nvSpPr>
        <p:spPr>
          <a:xfrm>
            <a:off x="4800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6" name="Google Shape;136;p25"/>
          <p:cNvSpPr txBox="1"/>
          <p:nvPr>
            <p:ph idx="15" type="subTitle"/>
          </p:nvPr>
        </p:nvSpPr>
        <p:spPr>
          <a:xfrm>
            <a:off x="4800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37" name="Google Shape;137;p25"/>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8" name="Google Shape;138;p25"/>
          <p:cNvSpPr txBox="1"/>
          <p:nvPr>
            <p:ph idx="17" type="subTitle"/>
          </p:nvPr>
        </p:nvSpPr>
        <p:spPr>
          <a:xfrm>
            <a:off x="7001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139" name="Google Shape;139;p25"/>
          <p:cNvSpPr txBox="1"/>
          <p:nvPr>
            <p:ph idx="18" type="subTitle"/>
          </p:nvPr>
        </p:nvSpPr>
        <p:spPr>
          <a:xfrm>
            <a:off x="7001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40" name="Google Shape;140;p25"/>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2">
  <p:cSld name="BLANK_1_1_1_1_1_1_1_1_1_1_1_1_1_1_1_1_1_1_1_1_1_1_2">
    <p:spTree>
      <p:nvGrpSpPr>
        <p:cNvPr id="141" name="Shape 141"/>
        <p:cNvGrpSpPr/>
        <p:nvPr/>
      </p:nvGrpSpPr>
      <p:grpSpPr>
        <a:xfrm>
          <a:off x="0" y="0"/>
          <a:ext cx="0" cy="0"/>
          <a:chOff x="0" y="0"/>
          <a:chExt cx="0" cy="0"/>
        </a:xfrm>
      </p:grpSpPr>
      <p:sp>
        <p:nvSpPr>
          <p:cNvPr id="142" name="Google Shape;142;p26"/>
          <p:cNvSpPr txBox="1"/>
          <p:nvPr>
            <p:ph idx="1" type="subTitle"/>
          </p:nvPr>
        </p:nvSpPr>
        <p:spPr>
          <a:xfrm>
            <a:off x="35390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43" name="Google Shape;143;p26"/>
          <p:cNvSpPr txBox="1"/>
          <p:nvPr>
            <p:ph idx="2" type="subTitle"/>
          </p:nvPr>
        </p:nvSpPr>
        <p:spPr>
          <a:xfrm>
            <a:off x="35390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44" name="Google Shape;144;p26"/>
          <p:cNvSpPr/>
          <p:nvPr>
            <p:ph idx="3" type="pic"/>
          </p:nvPr>
        </p:nvSpPr>
        <p:spPr>
          <a:xfrm>
            <a:off x="321050" y="825750"/>
            <a:ext cx="1342200" cy="1342200"/>
          </a:xfrm>
          <a:prstGeom prst="roundRect">
            <a:avLst>
              <a:gd fmla="val 8618" name="adj"/>
            </a:avLst>
          </a:prstGeom>
          <a:noFill/>
          <a:ln>
            <a:noFill/>
          </a:ln>
        </p:spPr>
      </p:sp>
      <p:sp>
        <p:nvSpPr>
          <p:cNvPr id="145" name="Google Shape;145;p26"/>
          <p:cNvSpPr txBox="1"/>
          <p:nvPr>
            <p:ph idx="4" type="subTitle"/>
          </p:nvPr>
        </p:nvSpPr>
        <p:spPr>
          <a:xfrm>
            <a:off x="2003288"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46" name="Google Shape;146;p26"/>
          <p:cNvSpPr txBox="1"/>
          <p:nvPr>
            <p:ph idx="5" type="subTitle"/>
          </p:nvPr>
        </p:nvSpPr>
        <p:spPr>
          <a:xfrm>
            <a:off x="2003288"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47" name="Google Shape;147;p26"/>
          <p:cNvSpPr/>
          <p:nvPr>
            <p:ph idx="6" type="pic"/>
          </p:nvPr>
        </p:nvSpPr>
        <p:spPr>
          <a:xfrm>
            <a:off x="1970438" y="825750"/>
            <a:ext cx="1342200" cy="1342200"/>
          </a:xfrm>
          <a:prstGeom prst="roundRect">
            <a:avLst>
              <a:gd fmla="val 8618" name="adj"/>
            </a:avLst>
          </a:prstGeom>
          <a:noFill/>
          <a:ln>
            <a:noFill/>
          </a:ln>
        </p:spPr>
      </p:sp>
      <p:sp>
        <p:nvSpPr>
          <p:cNvPr id="148" name="Google Shape;148;p26"/>
          <p:cNvSpPr txBox="1"/>
          <p:nvPr>
            <p:ph idx="7" type="subTitle"/>
          </p:nvPr>
        </p:nvSpPr>
        <p:spPr>
          <a:xfrm>
            <a:off x="3652675"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49" name="Google Shape;149;p26"/>
          <p:cNvSpPr txBox="1"/>
          <p:nvPr>
            <p:ph idx="8" type="subTitle"/>
          </p:nvPr>
        </p:nvSpPr>
        <p:spPr>
          <a:xfrm>
            <a:off x="3652675"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0" name="Google Shape;150;p26"/>
          <p:cNvSpPr/>
          <p:nvPr>
            <p:ph idx="9" type="pic"/>
          </p:nvPr>
        </p:nvSpPr>
        <p:spPr>
          <a:xfrm>
            <a:off x="3619825" y="825750"/>
            <a:ext cx="1342200" cy="1342200"/>
          </a:xfrm>
          <a:prstGeom prst="roundRect">
            <a:avLst>
              <a:gd fmla="val 8618" name="adj"/>
            </a:avLst>
          </a:prstGeom>
          <a:noFill/>
          <a:ln>
            <a:noFill/>
          </a:ln>
        </p:spPr>
      </p:sp>
      <p:sp>
        <p:nvSpPr>
          <p:cNvPr id="151" name="Google Shape;151;p26"/>
          <p:cNvSpPr txBox="1"/>
          <p:nvPr>
            <p:ph idx="13" type="subTitle"/>
          </p:nvPr>
        </p:nvSpPr>
        <p:spPr>
          <a:xfrm>
            <a:off x="530205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52" name="Google Shape;152;p26"/>
          <p:cNvSpPr txBox="1"/>
          <p:nvPr>
            <p:ph idx="14" type="subTitle"/>
          </p:nvPr>
        </p:nvSpPr>
        <p:spPr>
          <a:xfrm>
            <a:off x="530205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3" name="Google Shape;153;p26"/>
          <p:cNvSpPr/>
          <p:nvPr>
            <p:ph idx="15" type="pic"/>
          </p:nvPr>
        </p:nvSpPr>
        <p:spPr>
          <a:xfrm>
            <a:off x="5269200" y="825750"/>
            <a:ext cx="1342200" cy="1342200"/>
          </a:xfrm>
          <a:prstGeom prst="roundRect">
            <a:avLst>
              <a:gd fmla="val 8618" name="adj"/>
            </a:avLst>
          </a:prstGeom>
          <a:noFill/>
          <a:ln>
            <a:noFill/>
          </a:ln>
        </p:spPr>
      </p:sp>
      <p:sp>
        <p:nvSpPr>
          <p:cNvPr id="154" name="Google Shape;154;p26"/>
          <p:cNvSpPr txBox="1"/>
          <p:nvPr>
            <p:ph idx="16" type="subTitle"/>
          </p:nvPr>
        </p:nvSpPr>
        <p:spPr>
          <a:xfrm>
            <a:off x="200330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55" name="Google Shape;155;p26"/>
          <p:cNvSpPr txBox="1"/>
          <p:nvPr>
            <p:ph idx="17" type="subTitle"/>
          </p:nvPr>
        </p:nvSpPr>
        <p:spPr>
          <a:xfrm>
            <a:off x="200330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6" name="Google Shape;156;p26"/>
          <p:cNvSpPr/>
          <p:nvPr>
            <p:ph idx="18" type="pic"/>
          </p:nvPr>
        </p:nvSpPr>
        <p:spPr>
          <a:xfrm>
            <a:off x="1970450" y="2976000"/>
            <a:ext cx="1342200" cy="1342200"/>
          </a:xfrm>
          <a:prstGeom prst="roundRect">
            <a:avLst>
              <a:gd fmla="val 8618" name="adj"/>
            </a:avLst>
          </a:prstGeom>
          <a:noFill/>
          <a:ln>
            <a:noFill/>
          </a:ln>
        </p:spPr>
      </p:sp>
      <p:sp>
        <p:nvSpPr>
          <p:cNvPr id="157" name="Google Shape;157;p26"/>
          <p:cNvSpPr txBox="1"/>
          <p:nvPr>
            <p:ph idx="19" type="subTitle"/>
          </p:nvPr>
        </p:nvSpPr>
        <p:spPr>
          <a:xfrm>
            <a:off x="3652688"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58" name="Google Shape;158;p26"/>
          <p:cNvSpPr txBox="1"/>
          <p:nvPr>
            <p:ph idx="20" type="subTitle"/>
          </p:nvPr>
        </p:nvSpPr>
        <p:spPr>
          <a:xfrm>
            <a:off x="3652688"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59" name="Google Shape;159;p26"/>
          <p:cNvSpPr/>
          <p:nvPr>
            <p:ph idx="21" type="pic"/>
          </p:nvPr>
        </p:nvSpPr>
        <p:spPr>
          <a:xfrm>
            <a:off x="3619838" y="2976000"/>
            <a:ext cx="1342200" cy="1342200"/>
          </a:xfrm>
          <a:prstGeom prst="roundRect">
            <a:avLst>
              <a:gd fmla="val 8618" name="adj"/>
            </a:avLst>
          </a:prstGeom>
          <a:noFill/>
          <a:ln>
            <a:noFill/>
          </a:ln>
        </p:spPr>
      </p:sp>
      <p:sp>
        <p:nvSpPr>
          <p:cNvPr id="160" name="Google Shape;160;p26"/>
          <p:cNvSpPr txBox="1"/>
          <p:nvPr>
            <p:ph idx="22" type="subTitle"/>
          </p:nvPr>
        </p:nvSpPr>
        <p:spPr>
          <a:xfrm>
            <a:off x="5302075"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61" name="Google Shape;161;p26"/>
          <p:cNvSpPr txBox="1"/>
          <p:nvPr>
            <p:ph idx="23" type="subTitle"/>
          </p:nvPr>
        </p:nvSpPr>
        <p:spPr>
          <a:xfrm>
            <a:off x="5302075"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62" name="Google Shape;162;p26"/>
          <p:cNvSpPr/>
          <p:nvPr>
            <p:ph idx="24" type="pic"/>
          </p:nvPr>
        </p:nvSpPr>
        <p:spPr>
          <a:xfrm>
            <a:off x="5269225" y="2976000"/>
            <a:ext cx="1342200" cy="1342200"/>
          </a:xfrm>
          <a:prstGeom prst="roundRect">
            <a:avLst>
              <a:gd fmla="val 8618" name="adj"/>
            </a:avLst>
          </a:prstGeom>
          <a:noFill/>
          <a:ln>
            <a:noFill/>
          </a:ln>
        </p:spPr>
      </p:sp>
      <p:sp>
        <p:nvSpPr>
          <p:cNvPr id="163" name="Google Shape;163;p26"/>
          <p:cNvSpPr txBox="1"/>
          <p:nvPr>
            <p:ph idx="25" type="subTitle"/>
          </p:nvPr>
        </p:nvSpPr>
        <p:spPr>
          <a:xfrm>
            <a:off x="695145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64" name="Google Shape;164;p26"/>
          <p:cNvSpPr txBox="1"/>
          <p:nvPr>
            <p:ph idx="26" type="subTitle"/>
          </p:nvPr>
        </p:nvSpPr>
        <p:spPr>
          <a:xfrm>
            <a:off x="695145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65" name="Google Shape;165;p26"/>
          <p:cNvSpPr/>
          <p:nvPr>
            <p:ph idx="27" type="pic"/>
          </p:nvPr>
        </p:nvSpPr>
        <p:spPr>
          <a:xfrm>
            <a:off x="6918600" y="2976000"/>
            <a:ext cx="1342200" cy="1342200"/>
          </a:xfrm>
          <a:prstGeom prst="roundRect">
            <a:avLst>
              <a:gd fmla="val 8618" name="adj"/>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ersonas">
  <p:cSld name="BLANK_1_1_1_1_1_1_1_1_1_1_1_1_1_1_1_1_1_1_1_1_1_1_1">
    <p:spTree>
      <p:nvGrpSpPr>
        <p:cNvPr id="166" name="Shape 166"/>
        <p:cNvGrpSpPr/>
        <p:nvPr/>
      </p:nvGrpSpPr>
      <p:grpSpPr>
        <a:xfrm>
          <a:off x="0" y="0"/>
          <a:ext cx="0" cy="0"/>
          <a:chOff x="0" y="0"/>
          <a:chExt cx="0" cy="0"/>
        </a:xfrm>
      </p:grpSpPr>
      <p:sp>
        <p:nvSpPr>
          <p:cNvPr id="167" name="Google Shape;167;p27"/>
          <p:cNvSpPr/>
          <p:nvPr>
            <p:ph idx="2" type="pic"/>
          </p:nvPr>
        </p:nvSpPr>
        <p:spPr>
          <a:xfrm>
            <a:off x="228300" y="912725"/>
            <a:ext cx="1833000" cy="2294100"/>
          </a:xfrm>
          <a:prstGeom prst="roundRect">
            <a:avLst>
              <a:gd fmla="val 12454" name="adj"/>
            </a:avLst>
          </a:prstGeom>
          <a:noFill/>
          <a:ln>
            <a:noFill/>
          </a:ln>
        </p:spPr>
      </p:sp>
      <p:sp>
        <p:nvSpPr>
          <p:cNvPr id="168" name="Google Shape;168;p27"/>
          <p:cNvSpPr/>
          <p:nvPr>
            <p:ph idx="3" type="pic"/>
          </p:nvPr>
        </p:nvSpPr>
        <p:spPr>
          <a:xfrm>
            <a:off x="4781400" y="912725"/>
            <a:ext cx="1833000" cy="2294100"/>
          </a:xfrm>
          <a:prstGeom prst="roundRect">
            <a:avLst>
              <a:gd fmla="val 12454" name="adj"/>
            </a:avLst>
          </a:prstGeom>
          <a:noFill/>
          <a:ln>
            <a:noFill/>
          </a:ln>
        </p:spPr>
      </p:sp>
      <p:sp>
        <p:nvSpPr>
          <p:cNvPr id="169" name="Google Shape;169;p27"/>
          <p:cNvSpPr txBox="1"/>
          <p:nvPr>
            <p:ph idx="1" type="body"/>
          </p:nvPr>
        </p:nvSpPr>
        <p:spPr>
          <a:xfrm>
            <a:off x="22707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0" name="Google Shape;170;p27"/>
          <p:cNvSpPr txBox="1"/>
          <p:nvPr>
            <p:ph idx="4" type="body"/>
          </p:nvPr>
        </p:nvSpPr>
        <p:spPr>
          <a:xfrm>
            <a:off x="68238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1" name="Google Shape;171;p27"/>
          <p:cNvSpPr txBox="1"/>
          <p:nvPr>
            <p:ph idx="5" type="subTitle"/>
          </p:nvPr>
        </p:nvSpPr>
        <p:spPr>
          <a:xfrm>
            <a:off x="27765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
        <p:nvSpPr>
          <p:cNvPr id="172" name="Google Shape;172;p27"/>
          <p:cNvSpPr txBox="1"/>
          <p:nvPr>
            <p:ph idx="6" type="subTitle"/>
          </p:nvPr>
        </p:nvSpPr>
        <p:spPr>
          <a:xfrm>
            <a:off x="483510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s">
  <p:cSld name="BLANK_1_1_1_1_1_1_1_1_1_1_1_1_1_1_1_1_1_1_1_1_1_1_1_2">
    <p:spTree>
      <p:nvGrpSpPr>
        <p:cNvPr id="173" name="Shape 173"/>
        <p:cNvGrpSpPr/>
        <p:nvPr/>
      </p:nvGrpSpPr>
      <p:grpSpPr>
        <a:xfrm>
          <a:off x="0" y="0"/>
          <a:ext cx="0" cy="0"/>
          <a:chOff x="0" y="0"/>
          <a:chExt cx="0" cy="0"/>
        </a:xfrm>
      </p:grpSpPr>
      <p:sp>
        <p:nvSpPr>
          <p:cNvPr id="174" name="Google Shape;174;p28"/>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
        <p:nvSpPr>
          <p:cNvPr id="175" name="Google Shape;175;p28"/>
          <p:cNvSpPr txBox="1"/>
          <p:nvPr>
            <p:ph idx="1" type="body"/>
          </p:nvPr>
        </p:nvSpPr>
        <p:spPr>
          <a:xfrm>
            <a:off x="228625" y="4191000"/>
            <a:ext cx="1113600" cy="713400"/>
          </a:xfrm>
          <a:prstGeom prst="rect">
            <a:avLst/>
          </a:prstGeom>
        </p:spPr>
        <p:txBody>
          <a:bodyPr anchorCtr="0" anchor="b"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76" name="Google Shape;176;p28"/>
          <p:cNvSpPr/>
          <p:nvPr>
            <p:ph idx="2" type="pic"/>
          </p:nvPr>
        </p:nvSpPr>
        <p:spPr>
          <a:xfrm>
            <a:off x="228575" y="1571250"/>
            <a:ext cx="517500" cy="517500"/>
          </a:xfrm>
          <a:prstGeom prst="ellipse">
            <a:avLst/>
          </a:prstGeom>
          <a:noFill/>
          <a:ln>
            <a:noFill/>
          </a:ln>
        </p:spPr>
      </p:sp>
      <p:sp>
        <p:nvSpPr>
          <p:cNvPr id="177" name="Google Shape;177;p28"/>
          <p:cNvSpPr/>
          <p:nvPr>
            <p:ph idx="3" type="pic"/>
          </p:nvPr>
        </p:nvSpPr>
        <p:spPr>
          <a:xfrm>
            <a:off x="824775" y="1571250"/>
            <a:ext cx="517500" cy="517500"/>
          </a:xfrm>
          <a:prstGeom prst="ellipse">
            <a:avLst/>
          </a:prstGeom>
          <a:noFill/>
          <a:ln>
            <a:noFill/>
          </a:ln>
        </p:spPr>
      </p:sp>
      <p:sp>
        <p:nvSpPr>
          <p:cNvPr id="178" name="Google Shape;178;p28"/>
          <p:cNvSpPr/>
          <p:nvPr>
            <p:ph idx="4" type="pic"/>
          </p:nvPr>
        </p:nvSpPr>
        <p:spPr>
          <a:xfrm>
            <a:off x="228550" y="2165325"/>
            <a:ext cx="517500" cy="517500"/>
          </a:xfrm>
          <a:prstGeom prst="ellipse">
            <a:avLst/>
          </a:prstGeom>
          <a:noFill/>
          <a:ln>
            <a:noFill/>
          </a:ln>
        </p:spPr>
      </p:sp>
      <p:sp>
        <p:nvSpPr>
          <p:cNvPr id="179" name="Google Shape;179;p28"/>
          <p:cNvSpPr/>
          <p:nvPr>
            <p:ph idx="5" type="pic"/>
          </p:nvPr>
        </p:nvSpPr>
        <p:spPr>
          <a:xfrm>
            <a:off x="824750" y="2165325"/>
            <a:ext cx="517500" cy="517500"/>
          </a:xfrm>
          <a:prstGeom prst="ellipse">
            <a:avLst/>
          </a:prstGeom>
          <a:noFill/>
          <a:ln>
            <a:noFill/>
          </a:ln>
        </p:spPr>
      </p:sp>
      <p:sp>
        <p:nvSpPr>
          <p:cNvPr id="180" name="Google Shape;180;p28"/>
          <p:cNvSpPr/>
          <p:nvPr>
            <p:ph idx="6" type="pic"/>
          </p:nvPr>
        </p:nvSpPr>
        <p:spPr>
          <a:xfrm>
            <a:off x="228588" y="2759400"/>
            <a:ext cx="517500" cy="517500"/>
          </a:xfrm>
          <a:prstGeom prst="ellipse">
            <a:avLst/>
          </a:prstGeom>
          <a:noFill/>
          <a:ln>
            <a:noFill/>
          </a:ln>
        </p:spPr>
      </p:sp>
      <p:sp>
        <p:nvSpPr>
          <p:cNvPr id="181" name="Google Shape;181;p28"/>
          <p:cNvSpPr/>
          <p:nvPr>
            <p:ph idx="7" type="pic"/>
          </p:nvPr>
        </p:nvSpPr>
        <p:spPr>
          <a:xfrm>
            <a:off x="824788" y="2759400"/>
            <a:ext cx="517500" cy="517500"/>
          </a:xfrm>
          <a:prstGeom prst="ellipse">
            <a:avLst/>
          </a:prstGeom>
          <a:noFill/>
          <a:ln>
            <a:noFill/>
          </a:ln>
        </p:spPr>
      </p:sp>
      <p:sp>
        <p:nvSpPr>
          <p:cNvPr id="182" name="Google Shape;182;p28"/>
          <p:cNvSpPr/>
          <p:nvPr>
            <p:ph idx="8" type="pic"/>
          </p:nvPr>
        </p:nvSpPr>
        <p:spPr>
          <a:xfrm>
            <a:off x="228563" y="3353475"/>
            <a:ext cx="517500" cy="517500"/>
          </a:xfrm>
          <a:prstGeom prst="ellipse">
            <a:avLst/>
          </a:prstGeom>
          <a:noFill/>
          <a:ln>
            <a:noFill/>
          </a:ln>
        </p:spPr>
      </p:sp>
      <p:sp>
        <p:nvSpPr>
          <p:cNvPr id="183" name="Google Shape;183;p28"/>
          <p:cNvSpPr/>
          <p:nvPr>
            <p:ph idx="9" type="pic"/>
          </p:nvPr>
        </p:nvSpPr>
        <p:spPr>
          <a:xfrm>
            <a:off x="824763" y="3353475"/>
            <a:ext cx="517500" cy="517500"/>
          </a:xfrm>
          <a:prstGeom prst="ellipse">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BLANK_1_1_1_1_1_1_1_1_1_1_1_1_1_1_1_1_1_1_1_1_1_1_1_1">
    <p:spTree>
      <p:nvGrpSpPr>
        <p:cNvPr id="184" name="Shape 184"/>
        <p:cNvGrpSpPr/>
        <p:nvPr/>
      </p:nvGrpSpPr>
      <p:grpSpPr>
        <a:xfrm>
          <a:off x="0" y="0"/>
          <a:ext cx="0" cy="0"/>
          <a:chOff x="0" y="0"/>
          <a:chExt cx="0" cy="0"/>
        </a:xfrm>
      </p:grpSpPr>
      <p:sp>
        <p:nvSpPr>
          <p:cNvPr id="185" name="Google Shape;185;p29"/>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BLANK_1_1_1_1_1_1_1_1_1_1_1_1_1_1_1_1_1_1_1_1_1_1_1_1_1">
    <p:spTree>
      <p:nvGrpSpPr>
        <p:cNvPr id="186" name="Shape 186"/>
        <p:cNvGrpSpPr/>
        <p:nvPr/>
      </p:nvGrpSpPr>
      <p:grpSpPr>
        <a:xfrm>
          <a:off x="0" y="0"/>
          <a:ext cx="0" cy="0"/>
          <a:chOff x="0" y="0"/>
          <a:chExt cx="0" cy="0"/>
        </a:xfrm>
      </p:grpSpPr>
      <p:sp>
        <p:nvSpPr>
          <p:cNvPr id="187" name="Google Shape;187;p30"/>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188" name="Google Shape;188;p30"/>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1000"/>
              </a:spcBef>
              <a:spcAft>
                <a:spcPts val="100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BLANK_1_1_1_1_1_1_1_1_1_1_1_1_1_1_1_1_1_1_1_1_1_1_1_1_1_1">
    <p:spTree>
      <p:nvGrpSpPr>
        <p:cNvPr id="189" name="Shape 189"/>
        <p:cNvGrpSpPr/>
        <p:nvPr/>
      </p:nvGrpSpPr>
      <p:grpSpPr>
        <a:xfrm>
          <a:off x="0" y="0"/>
          <a:ext cx="0" cy="0"/>
          <a:chOff x="0" y="0"/>
          <a:chExt cx="0" cy="0"/>
        </a:xfrm>
      </p:grpSpPr>
      <p:sp>
        <p:nvSpPr>
          <p:cNvPr id="190" name="Google Shape;190;p31"/>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9pPr>
          </a:lstStyle>
          <a:p/>
        </p:txBody>
      </p:sp>
      <p:sp>
        <p:nvSpPr>
          <p:cNvPr id="191" name="Google Shape;191;p31"/>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1pPr>
            <a:lvl2pPr lvl="1">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2pPr>
            <a:lvl3pPr lvl="2">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3pPr>
            <a:lvl4pPr lvl="3">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4pPr>
            <a:lvl5pPr lvl="4">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5pPr>
            <a:lvl6pPr lvl="5">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6pPr>
            <a:lvl7pPr lvl="6">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7pPr>
            <a:lvl8pPr lvl="7">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8pPr>
            <a:lvl9pPr lvl="8">
              <a:lnSpc>
                <a:spcPct val="115000"/>
              </a:lnSpc>
              <a:spcBef>
                <a:spcPts val="1000"/>
              </a:spcBef>
              <a:spcAft>
                <a:spcPts val="100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1">
  <p:cSld name="BLANK_1_1_1_1_1_1_1_1_1_1_1_1_1_1_1_1_1_1_1_1_1_1_1_1_1_2">
    <p:spTree>
      <p:nvGrpSpPr>
        <p:cNvPr id="192" name="Shape 192"/>
        <p:cNvGrpSpPr/>
        <p:nvPr/>
      </p:nvGrpSpPr>
      <p:grpSpPr>
        <a:xfrm>
          <a:off x="0" y="0"/>
          <a:ext cx="0" cy="0"/>
          <a:chOff x="0" y="0"/>
          <a:chExt cx="0" cy="0"/>
        </a:xfrm>
      </p:grpSpPr>
      <p:sp>
        <p:nvSpPr>
          <p:cNvPr id="193" name="Google Shape;193;p32"/>
          <p:cNvSpPr/>
          <p:nvPr>
            <p:ph idx="2" type="pic"/>
          </p:nvPr>
        </p:nvSpPr>
        <p:spPr>
          <a:xfrm>
            <a:off x="4577975" y="632250"/>
            <a:ext cx="4349400" cy="4281600"/>
          </a:xfrm>
          <a:prstGeom prst="roundRect">
            <a:avLst>
              <a:gd fmla="val 6217" name="adj"/>
            </a:avLst>
          </a:prstGeom>
          <a:noFill/>
          <a:ln>
            <a:noFill/>
          </a:ln>
        </p:spPr>
      </p:sp>
      <p:sp>
        <p:nvSpPr>
          <p:cNvPr id="194" name="Google Shape;194;p32"/>
          <p:cNvSpPr/>
          <p:nvPr>
            <p:ph idx="3" type="pic"/>
          </p:nvPr>
        </p:nvSpPr>
        <p:spPr>
          <a:xfrm>
            <a:off x="228775" y="2621175"/>
            <a:ext cx="4238400" cy="2293500"/>
          </a:xfrm>
          <a:prstGeom prst="roundRect">
            <a:avLst>
              <a:gd fmla="val 9802" name="adj"/>
            </a:avLst>
          </a:prstGeom>
          <a:noFill/>
          <a:ln>
            <a:noFill/>
          </a:ln>
        </p:spPr>
      </p:sp>
      <p:sp>
        <p:nvSpPr>
          <p:cNvPr id="195" name="Google Shape;195;p32"/>
          <p:cNvSpPr/>
          <p:nvPr>
            <p:ph idx="4" type="pic"/>
          </p:nvPr>
        </p:nvSpPr>
        <p:spPr>
          <a:xfrm>
            <a:off x="228775" y="632025"/>
            <a:ext cx="2068500" cy="1890900"/>
          </a:xfrm>
          <a:prstGeom prst="roundRect">
            <a:avLst>
              <a:gd fmla="val 11889" name="adj"/>
            </a:avLst>
          </a:prstGeom>
          <a:noFill/>
          <a:ln>
            <a:noFill/>
          </a:ln>
        </p:spPr>
      </p:sp>
      <p:sp>
        <p:nvSpPr>
          <p:cNvPr id="196" name="Google Shape;196;p32"/>
          <p:cNvSpPr/>
          <p:nvPr>
            <p:ph idx="5" type="pic"/>
          </p:nvPr>
        </p:nvSpPr>
        <p:spPr>
          <a:xfrm>
            <a:off x="2403375" y="632025"/>
            <a:ext cx="2068500" cy="1890900"/>
          </a:xfrm>
          <a:prstGeom prst="roundRect">
            <a:avLst>
              <a:gd fmla="val 11889" name="adj"/>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2">
  <p:cSld name="BLANK_1_1_1_1_1_1_1_1_1_1_1_1_1_1_1_1_1_1_1_1_1_1_1_1_1_2_1">
    <p:spTree>
      <p:nvGrpSpPr>
        <p:cNvPr id="197" name="Shape 197"/>
        <p:cNvGrpSpPr/>
        <p:nvPr/>
      </p:nvGrpSpPr>
      <p:grpSpPr>
        <a:xfrm>
          <a:off x="0" y="0"/>
          <a:ext cx="0" cy="0"/>
          <a:chOff x="0" y="0"/>
          <a:chExt cx="0" cy="0"/>
        </a:xfrm>
      </p:grpSpPr>
      <p:sp>
        <p:nvSpPr>
          <p:cNvPr id="198" name="Google Shape;198;p33"/>
          <p:cNvSpPr/>
          <p:nvPr>
            <p:ph idx="2" type="pic"/>
          </p:nvPr>
        </p:nvSpPr>
        <p:spPr>
          <a:xfrm>
            <a:off x="228625" y="632025"/>
            <a:ext cx="2085300" cy="2768700"/>
          </a:xfrm>
          <a:prstGeom prst="round2SameRect">
            <a:avLst>
              <a:gd fmla="val 11780" name="adj1"/>
              <a:gd fmla="val 0" name="adj2"/>
            </a:avLst>
          </a:prstGeom>
          <a:noFill/>
          <a:ln>
            <a:noFill/>
          </a:ln>
        </p:spPr>
      </p:sp>
      <p:sp>
        <p:nvSpPr>
          <p:cNvPr id="199" name="Google Shape;199;p33"/>
          <p:cNvSpPr txBox="1"/>
          <p:nvPr>
            <p:ph idx="1" type="subTitle"/>
          </p:nvPr>
        </p:nvSpPr>
        <p:spPr>
          <a:xfrm>
            <a:off x="40170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200" name="Google Shape;200;p33"/>
          <p:cNvSpPr/>
          <p:nvPr>
            <p:ph idx="3" type="pic"/>
          </p:nvPr>
        </p:nvSpPr>
        <p:spPr>
          <a:xfrm>
            <a:off x="2429113" y="631925"/>
            <a:ext cx="2085300" cy="2768700"/>
          </a:xfrm>
          <a:prstGeom prst="round2SameRect">
            <a:avLst>
              <a:gd fmla="val 11780" name="adj1"/>
              <a:gd fmla="val 0" name="adj2"/>
            </a:avLst>
          </a:prstGeom>
          <a:noFill/>
          <a:ln>
            <a:noFill/>
          </a:ln>
        </p:spPr>
      </p:sp>
      <p:sp>
        <p:nvSpPr>
          <p:cNvPr id="201" name="Google Shape;201;p33"/>
          <p:cNvSpPr txBox="1"/>
          <p:nvPr>
            <p:ph idx="4" type="subTitle"/>
          </p:nvPr>
        </p:nvSpPr>
        <p:spPr>
          <a:xfrm>
            <a:off x="2602188"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202" name="Google Shape;202;p33"/>
          <p:cNvSpPr/>
          <p:nvPr>
            <p:ph idx="5" type="pic"/>
          </p:nvPr>
        </p:nvSpPr>
        <p:spPr>
          <a:xfrm>
            <a:off x="4629600" y="631925"/>
            <a:ext cx="2085300" cy="2768700"/>
          </a:xfrm>
          <a:prstGeom prst="round2SameRect">
            <a:avLst>
              <a:gd fmla="val 11780" name="adj1"/>
              <a:gd fmla="val 0" name="adj2"/>
            </a:avLst>
          </a:prstGeom>
          <a:noFill/>
          <a:ln>
            <a:noFill/>
          </a:ln>
        </p:spPr>
      </p:sp>
      <p:sp>
        <p:nvSpPr>
          <p:cNvPr id="203" name="Google Shape;203;p33"/>
          <p:cNvSpPr txBox="1"/>
          <p:nvPr>
            <p:ph idx="6" type="subTitle"/>
          </p:nvPr>
        </p:nvSpPr>
        <p:spPr>
          <a:xfrm>
            <a:off x="4802675"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204" name="Google Shape;204;p33"/>
          <p:cNvSpPr/>
          <p:nvPr>
            <p:ph idx="7" type="pic"/>
          </p:nvPr>
        </p:nvSpPr>
        <p:spPr>
          <a:xfrm>
            <a:off x="6830075" y="632025"/>
            <a:ext cx="2085300" cy="2768700"/>
          </a:xfrm>
          <a:prstGeom prst="round2SameRect">
            <a:avLst>
              <a:gd fmla="val 11780" name="adj1"/>
              <a:gd fmla="val 0" name="adj2"/>
            </a:avLst>
          </a:prstGeom>
          <a:noFill/>
          <a:ln>
            <a:noFill/>
          </a:ln>
        </p:spPr>
      </p:sp>
      <p:sp>
        <p:nvSpPr>
          <p:cNvPr id="205" name="Google Shape;205;p33"/>
          <p:cNvSpPr txBox="1"/>
          <p:nvPr>
            <p:ph idx="8" type="subTitle"/>
          </p:nvPr>
        </p:nvSpPr>
        <p:spPr>
          <a:xfrm>
            <a:off x="700315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1_1_4">
    <p:spTree>
      <p:nvGrpSpPr>
        <p:cNvPr id="206" name="Shape 206"/>
        <p:cNvGrpSpPr/>
        <p:nvPr/>
      </p:nvGrpSpPr>
      <p:grpSpPr>
        <a:xfrm>
          <a:off x="0" y="0"/>
          <a:ext cx="0" cy="0"/>
          <a:chOff x="0" y="0"/>
          <a:chExt cx="0" cy="0"/>
        </a:xfrm>
      </p:grpSpPr>
      <p:sp>
        <p:nvSpPr>
          <p:cNvPr id="207" name="Google Shape;207;p34"/>
          <p:cNvSpPr/>
          <p:nvPr/>
        </p:nvSpPr>
        <p:spPr>
          <a:xfrm>
            <a:off x="6625332" y="229950"/>
            <a:ext cx="2283000" cy="22830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08" name="Google Shape;208;p34"/>
          <p:cNvSpPr/>
          <p:nvPr/>
        </p:nvSpPr>
        <p:spPr>
          <a:xfrm>
            <a:off x="235213" y="229950"/>
            <a:ext cx="6282300" cy="4683600"/>
          </a:xfrm>
          <a:prstGeom prst="roundRect">
            <a:avLst>
              <a:gd fmla="val 584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09" name="Google Shape;209;p34"/>
          <p:cNvSpPr/>
          <p:nvPr/>
        </p:nvSpPr>
        <p:spPr>
          <a:xfrm>
            <a:off x="6625786" y="2630415"/>
            <a:ext cx="2283000" cy="2283000"/>
          </a:xfrm>
          <a:prstGeom prst="roundRect">
            <a:avLst>
              <a:gd fmla="val 1221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210" name="Google Shape;210;p34"/>
          <p:cNvSpPr txBox="1"/>
          <p:nvPr>
            <p:ph type="title"/>
          </p:nvPr>
        </p:nvSpPr>
        <p:spPr>
          <a:xfrm>
            <a:off x="570013" y="3961157"/>
            <a:ext cx="5582100" cy="603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9pPr>
          </a:lstStyle>
          <a:p/>
        </p:txBody>
      </p:sp>
      <p:sp>
        <p:nvSpPr>
          <p:cNvPr descr="A donut shape" id="211" name="Google Shape;211;p34"/>
          <p:cNvSpPr/>
          <p:nvPr/>
        </p:nvSpPr>
        <p:spPr>
          <a:xfrm>
            <a:off x="7134588" y="3139675"/>
            <a:ext cx="1264500" cy="1264500"/>
          </a:xfrm>
          <a:prstGeom prst="donu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212" name="Google Shape;212;p34"/>
          <p:cNvSpPr/>
          <p:nvPr/>
        </p:nvSpPr>
        <p:spPr>
          <a:xfrm>
            <a:off x="7092288" y="697800"/>
            <a:ext cx="1349100" cy="1347300"/>
          </a:xfrm>
          <a:prstGeom prst="plaque">
            <a:avLst>
              <a:gd fmla="val 44918"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CUSTOM">
    <p:spTree>
      <p:nvGrpSpPr>
        <p:cNvPr id="213" name="Shape 213"/>
        <p:cNvGrpSpPr/>
        <p:nvPr/>
      </p:nvGrpSpPr>
      <p:grpSpPr>
        <a:xfrm>
          <a:off x="0" y="0"/>
          <a:ext cx="0" cy="0"/>
          <a:chOff x="0" y="0"/>
          <a:chExt cx="0" cy="0"/>
        </a:xfrm>
      </p:grpSpPr>
      <p:sp>
        <p:nvSpPr>
          <p:cNvPr id="214" name="Google Shape;214;p35"/>
          <p:cNvSpPr/>
          <p:nvPr/>
        </p:nvSpPr>
        <p:spPr>
          <a:xfrm rot="5400000">
            <a:off x="-285900" y="285900"/>
            <a:ext cx="5143500" cy="4571700"/>
          </a:xfrm>
          <a:prstGeom prst="round2SameRect">
            <a:avLst>
              <a:gd fmla="val 689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215" name="Google Shape;215;p35"/>
          <p:cNvSpPr txBox="1"/>
          <p:nvPr>
            <p:ph idx="1" type="subTitle"/>
          </p:nvPr>
        </p:nvSpPr>
        <p:spPr>
          <a:xfrm>
            <a:off x="293700" y="295600"/>
            <a:ext cx="772500" cy="161400"/>
          </a:xfrm>
          <a:prstGeom prst="rect">
            <a:avLst/>
          </a:prstGeom>
        </p:spPr>
        <p:txBody>
          <a:bodyPr anchorCtr="0" anchor="t" bIns="0" lIns="0" spcFirstLastPara="1" rIns="0" wrap="square" tIns="0">
            <a:noAutofit/>
          </a:bodyPr>
          <a:lstStyle>
            <a:lvl1pPr lvl="0" algn="ctr">
              <a:spcBef>
                <a:spcPts val="0"/>
              </a:spcBef>
              <a:spcAft>
                <a:spcPts val="0"/>
              </a:spcAft>
              <a:buClr>
                <a:schemeClr val="accent4"/>
              </a:buClr>
              <a:buSzPts val="1000"/>
              <a:buNone/>
              <a:defRPr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6" name="Google Shape;216;p35"/>
          <p:cNvSpPr txBox="1"/>
          <p:nvPr>
            <p:ph idx="2" type="subTitle"/>
          </p:nvPr>
        </p:nvSpPr>
        <p:spPr>
          <a:xfrm>
            <a:off x="4810050" y="4624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17" name="Google Shape;217;p35"/>
          <p:cNvSpPr txBox="1"/>
          <p:nvPr>
            <p:ph idx="3" type="subTitle"/>
          </p:nvPr>
        </p:nvSpPr>
        <p:spPr>
          <a:xfrm>
            <a:off x="4810050" y="140697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18" name="Google Shape;218;p35"/>
          <p:cNvSpPr txBox="1"/>
          <p:nvPr>
            <p:ph idx="4" type="subTitle"/>
          </p:nvPr>
        </p:nvSpPr>
        <p:spPr>
          <a:xfrm>
            <a:off x="4810050" y="235155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19" name="Google Shape;219;p35"/>
          <p:cNvSpPr txBox="1"/>
          <p:nvPr>
            <p:ph idx="5" type="subTitle"/>
          </p:nvPr>
        </p:nvSpPr>
        <p:spPr>
          <a:xfrm>
            <a:off x="4810050" y="329612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20" name="Google Shape;220;p35"/>
          <p:cNvSpPr txBox="1"/>
          <p:nvPr>
            <p:ph idx="6" type="subTitle"/>
          </p:nvPr>
        </p:nvSpPr>
        <p:spPr>
          <a:xfrm>
            <a:off x="4810050" y="42407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221" name="Google Shape;221;p35"/>
          <p:cNvSpPr txBox="1"/>
          <p:nvPr>
            <p:ph type="title"/>
          </p:nvPr>
        </p:nvSpPr>
        <p:spPr>
          <a:xfrm>
            <a:off x="228600" y="1001425"/>
            <a:ext cx="3912900" cy="24870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3000"/>
              <a:buNone/>
              <a:defRPr sz="3000">
                <a:solidFill>
                  <a:schemeClr val="lt2"/>
                </a:solidFill>
              </a:defRPr>
            </a:lvl1pPr>
            <a:lvl2pPr lvl="1">
              <a:spcBef>
                <a:spcPts val="0"/>
              </a:spcBef>
              <a:spcAft>
                <a:spcPts val="0"/>
              </a:spcAft>
              <a:buClr>
                <a:schemeClr val="lt2"/>
              </a:buClr>
              <a:buSzPts val="3000"/>
              <a:buNone/>
              <a:defRPr sz="3000">
                <a:solidFill>
                  <a:schemeClr val="lt2"/>
                </a:solidFill>
              </a:defRPr>
            </a:lvl2pPr>
            <a:lvl3pPr lvl="2">
              <a:spcBef>
                <a:spcPts val="0"/>
              </a:spcBef>
              <a:spcAft>
                <a:spcPts val="0"/>
              </a:spcAft>
              <a:buClr>
                <a:schemeClr val="lt2"/>
              </a:buClr>
              <a:buSzPts val="3000"/>
              <a:buNone/>
              <a:defRPr sz="3000">
                <a:solidFill>
                  <a:schemeClr val="lt2"/>
                </a:solidFill>
              </a:defRPr>
            </a:lvl3pPr>
            <a:lvl4pPr lvl="3">
              <a:spcBef>
                <a:spcPts val="0"/>
              </a:spcBef>
              <a:spcAft>
                <a:spcPts val="0"/>
              </a:spcAft>
              <a:buClr>
                <a:schemeClr val="lt2"/>
              </a:buClr>
              <a:buSzPts val="3000"/>
              <a:buNone/>
              <a:defRPr sz="3000">
                <a:solidFill>
                  <a:schemeClr val="lt2"/>
                </a:solidFill>
              </a:defRPr>
            </a:lvl4pPr>
            <a:lvl5pPr lvl="4">
              <a:spcBef>
                <a:spcPts val="0"/>
              </a:spcBef>
              <a:spcAft>
                <a:spcPts val="0"/>
              </a:spcAft>
              <a:buClr>
                <a:schemeClr val="lt2"/>
              </a:buClr>
              <a:buSzPts val="3000"/>
              <a:buNone/>
              <a:defRPr sz="3000">
                <a:solidFill>
                  <a:schemeClr val="lt2"/>
                </a:solidFill>
              </a:defRPr>
            </a:lvl5pPr>
            <a:lvl6pPr lvl="5">
              <a:spcBef>
                <a:spcPts val="0"/>
              </a:spcBef>
              <a:spcAft>
                <a:spcPts val="0"/>
              </a:spcAft>
              <a:buClr>
                <a:schemeClr val="lt2"/>
              </a:buClr>
              <a:buSzPts val="3000"/>
              <a:buNone/>
              <a:defRPr sz="3000">
                <a:solidFill>
                  <a:schemeClr val="lt2"/>
                </a:solidFill>
              </a:defRPr>
            </a:lvl6pPr>
            <a:lvl7pPr lvl="6">
              <a:spcBef>
                <a:spcPts val="0"/>
              </a:spcBef>
              <a:spcAft>
                <a:spcPts val="0"/>
              </a:spcAft>
              <a:buClr>
                <a:schemeClr val="lt2"/>
              </a:buClr>
              <a:buSzPts val="3000"/>
              <a:buNone/>
              <a:defRPr sz="3000">
                <a:solidFill>
                  <a:schemeClr val="lt2"/>
                </a:solidFill>
              </a:defRPr>
            </a:lvl7pPr>
            <a:lvl8pPr lvl="7">
              <a:spcBef>
                <a:spcPts val="0"/>
              </a:spcBef>
              <a:spcAft>
                <a:spcPts val="0"/>
              </a:spcAft>
              <a:buClr>
                <a:schemeClr val="lt2"/>
              </a:buClr>
              <a:buSzPts val="3000"/>
              <a:buNone/>
              <a:defRPr sz="3000">
                <a:solidFill>
                  <a:schemeClr val="lt2"/>
                </a:solidFill>
              </a:defRPr>
            </a:lvl8pPr>
            <a:lvl9pPr lvl="8">
              <a:spcBef>
                <a:spcPts val="0"/>
              </a:spcBef>
              <a:spcAft>
                <a:spcPts val="0"/>
              </a:spcAft>
              <a:buClr>
                <a:schemeClr val="lt2"/>
              </a:buClr>
              <a:buSzPts val="3000"/>
              <a:buNone/>
              <a:defRPr sz="3000">
                <a:solidFill>
                  <a:schemeClr val="lt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
  <p:cSld name="CUSTOM_1">
    <p:spTree>
      <p:nvGrpSpPr>
        <p:cNvPr id="222" name="Shape 222"/>
        <p:cNvGrpSpPr/>
        <p:nvPr/>
      </p:nvGrpSpPr>
      <p:grpSpPr>
        <a:xfrm>
          <a:off x="0" y="0"/>
          <a:ext cx="0" cy="0"/>
          <a:chOff x="0" y="0"/>
          <a:chExt cx="0" cy="0"/>
        </a:xfrm>
      </p:grpSpPr>
      <p:sp>
        <p:nvSpPr>
          <p:cNvPr id="223" name="Google Shape;223;p36"/>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224" name="Google Shape;224;p36"/>
          <p:cNvSpPr/>
          <p:nvPr>
            <p:ph idx="2" type="pic"/>
          </p:nvPr>
        </p:nvSpPr>
        <p:spPr>
          <a:xfrm>
            <a:off x="230700" y="911875"/>
            <a:ext cx="1751400" cy="2634000"/>
          </a:xfrm>
          <a:prstGeom prst="round2SameRect">
            <a:avLst>
              <a:gd fmla="val 12650" name="adj1"/>
              <a:gd fmla="val 0" name="adj2"/>
            </a:avLst>
          </a:prstGeom>
          <a:noFill/>
          <a:ln>
            <a:noFill/>
          </a:ln>
        </p:spPr>
      </p:sp>
      <p:sp>
        <p:nvSpPr>
          <p:cNvPr id="225" name="Google Shape;225;p36"/>
          <p:cNvSpPr txBox="1"/>
          <p:nvPr>
            <p:ph idx="1" type="subTitle"/>
          </p:nvPr>
        </p:nvSpPr>
        <p:spPr>
          <a:xfrm>
            <a:off x="314750" y="36774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26" name="Google Shape;226;p36"/>
          <p:cNvSpPr/>
          <p:nvPr>
            <p:ph idx="3" type="pic"/>
          </p:nvPr>
        </p:nvSpPr>
        <p:spPr>
          <a:xfrm>
            <a:off x="2867100" y="480475"/>
            <a:ext cx="1746300" cy="1337400"/>
          </a:xfrm>
          <a:prstGeom prst="round2SameRect">
            <a:avLst>
              <a:gd fmla="val 11765" name="adj1"/>
              <a:gd fmla="val 0" name="adj2"/>
            </a:avLst>
          </a:prstGeom>
          <a:noFill/>
          <a:ln>
            <a:noFill/>
          </a:ln>
        </p:spPr>
      </p:sp>
      <p:sp>
        <p:nvSpPr>
          <p:cNvPr id="227" name="Google Shape;227;p36"/>
          <p:cNvSpPr/>
          <p:nvPr>
            <p:ph idx="4" type="pic"/>
          </p:nvPr>
        </p:nvSpPr>
        <p:spPr>
          <a:xfrm>
            <a:off x="2867100" y="2804388"/>
            <a:ext cx="1746300" cy="1337400"/>
          </a:xfrm>
          <a:prstGeom prst="round2SameRect">
            <a:avLst>
              <a:gd fmla="val 11765" name="adj1"/>
              <a:gd fmla="val 0" name="adj2"/>
            </a:avLst>
          </a:prstGeom>
          <a:noFill/>
          <a:ln>
            <a:noFill/>
          </a:ln>
        </p:spPr>
      </p:sp>
      <p:sp>
        <p:nvSpPr>
          <p:cNvPr id="228" name="Google Shape;228;p36"/>
          <p:cNvSpPr/>
          <p:nvPr>
            <p:ph idx="5" type="pic"/>
          </p:nvPr>
        </p:nvSpPr>
        <p:spPr>
          <a:xfrm rot="-5400000">
            <a:off x="5934450" y="-27825"/>
            <a:ext cx="1344300" cy="2202000"/>
          </a:xfrm>
          <a:prstGeom prst="round2SameRect">
            <a:avLst>
              <a:gd fmla="val 9438" name="adj1"/>
              <a:gd fmla="val 0" name="adj2"/>
            </a:avLst>
          </a:prstGeom>
          <a:noFill/>
          <a:ln>
            <a:noFill/>
          </a:ln>
        </p:spPr>
      </p:sp>
      <p:sp>
        <p:nvSpPr>
          <p:cNvPr id="229" name="Google Shape;229;p36"/>
          <p:cNvSpPr/>
          <p:nvPr>
            <p:ph idx="6" type="pic"/>
          </p:nvPr>
        </p:nvSpPr>
        <p:spPr>
          <a:xfrm rot="-5400000">
            <a:off x="5934450" y="1470950"/>
            <a:ext cx="1344300" cy="2202000"/>
          </a:xfrm>
          <a:prstGeom prst="round2SameRect">
            <a:avLst>
              <a:gd fmla="val 9438" name="adj1"/>
              <a:gd fmla="val 0" name="adj2"/>
            </a:avLst>
          </a:prstGeom>
          <a:noFill/>
          <a:ln>
            <a:noFill/>
          </a:ln>
        </p:spPr>
      </p:sp>
      <p:sp>
        <p:nvSpPr>
          <p:cNvPr id="230" name="Google Shape;230;p36"/>
          <p:cNvSpPr/>
          <p:nvPr>
            <p:ph idx="7" type="pic"/>
          </p:nvPr>
        </p:nvSpPr>
        <p:spPr>
          <a:xfrm rot="-5400000">
            <a:off x="5934450" y="2969725"/>
            <a:ext cx="1344300" cy="2202000"/>
          </a:xfrm>
          <a:prstGeom prst="round2SameRect">
            <a:avLst>
              <a:gd fmla="val 9438" name="adj1"/>
              <a:gd fmla="val 0" name="adj2"/>
            </a:avLst>
          </a:prstGeom>
          <a:noFill/>
          <a:ln>
            <a:noFill/>
          </a:ln>
        </p:spPr>
      </p:sp>
      <p:sp>
        <p:nvSpPr>
          <p:cNvPr id="231" name="Google Shape;231;p36"/>
          <p:cNvSpPr txBox="1"/>
          <p:nvPr>
            <p:ph idx="8" type="subTitle"/>
          </p:nvPr>
        </p:nvSpPr>
        <p:spPr>
          <a:xfrm>
            <a:off x="2961150" y="1899800"/>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32" name="Google Shape;232;p36"/>
          <p:cNvSpPr txBox="1"/>
          <p:nvPr>
            <p:ph idx="9" type="subTitle"/>
          </p:nvPr>
        </p:nvSpPr>
        <p:spPr>
          <a:xfrm>
            <a:off x="2961150" y="42520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33" name="Google Shape;233;p36"/>
          <p:cNvSpPr txBox="1"/>
          <p:nvPr>
            <p:ph idx="13" type="subTitle"/>
          </p:nvPr>
        </p:nvSpPr>
        <p:spPr>
          <a:xfrm>
            <a:off x="7827000" y="5227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234" name="Google Shape;234;p36"/>
          <p:cNvSpPr txBox="1"/>
          <p:nvPr>
            <p:ph idx="14" type="subTitle"/>
          </p:nvPr>
        </p:nvSpPr>
        <p:spPr>
          <a:xfrm>
            <a:off x="7827000" y="203675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235" name="Google Shape;235;p36"/>
          <p:cNvSpPr txBox="1"/>
          <p:nvPr>
            <p:ph idx="15" type="subTitle"/>
          </p:nvPr>
        </p:nvSpPr>
        <p:spPr>
          <a:xfrm>
            <a:off x="7827000" y="35508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ALT 1">
  <p:cSld name="CUSTOM_2">
    <p:spTree>
      <p:nvGrpSpPr>
        <p:cNvPr id="236" name="Shape 236"/>
        <p:cNvGrpSpPr/>
        <p:nvPr/>
      </p:nvGrpSpPr>
      <p:grpSpPr>
        <a:xfrm>
          <a:off x="0" y="0"/>
          <a:ext cx="0" cy="0"/>
          <a:chOff x="0" y="0"/>
          <a:chExt cx="0" cy="0"/>
        </a:xfrm>
      </p:grpSpPr>
      <p:sp>
        <p:nvSpPr>
          <p:cNvPr id="237" name="Google Shape;237;p37"/>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238" name="Google Shape;238;p37"/>
          <p:cNvSpPr txBox="1"/>
          <p:nvPr>
            <p:ph idx="1" type="body"/>
          </p:nvPr>
        </p:nvSpPr>
        <p:spPr>
          <a:xfrm>
            <a:off x="347850" y="188845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39" name="Google Shape;239;p37"/>
          <p:cNvSpPr txBox="1"/>
          <p:nvPr>
            <p:ph idx="2" type="body"/>
          </p:nvPr>
        </p:nvSpPr>
        <p:spPr>
          <a:xfrm>
            <a:off x="6079400" y="4058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0" name="Google Shape;240;p37"/>
          <p:cNvSpPr txBox="1"/>
          <p:nvPr>
            <p:ph idx="3" type="body"/>
          </p:nvPr>
        </p:nvSpPr>
        <p:spPr>
          <a:xfrm>
            <a:off x="6079400" y="1606817"/>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1" name="Google Shape;241;p37"/>
          <p:cNvSpPr txBox="1"/>
          <p:nvPr>
            <p:ph idx="4" type="body"/>
          </p:nvPr>
        </p:nvSpPr>
        <p:spPr>
          <a:xfrm>
            <a:off x="6079400" y="2807783"/>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2" name="Google Shape;242;p37"/>
          <p:cNvSpPr txBox="1"/>
          <p:nvPr>
            <p:ph idx="5" type="body"/>
          </p:nvPr>
        </p:nvSpPr>
        <p:spPr>
          <a:xfrm>
            <a:off x="6079400" y="40087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3" name="Google Shape;243;p37"/>
          <p:cNvSpPr txBox="1"/>
          <p:nvPr>
            <p:ph idx="6" type="body"/>
          </p:nvPr>
        </p:nvSpPr>
        <p:spPr>
          <a:xfrm>
            <a:off x="3213625" y="662625"/>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44" name="Google Shape;244;p37"/>
          <p:cNvSpPr txBox="1"/>
          <p:nvPr>
            <p:ph idx="7" type="body"/>
          </p:nvPr>
        </p:nvSpPr>
        <p:spPr>
          <a:xfrm>
            <a:off x="3213625" y="305630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45" name="Shape 245"/>
        <p:cNvGrpSpPr/>
        <p:nvPr/>
      </p:nvGrpSpPr>
      <p:grpSpPr>
        <a:xfrm>
          <a:off x="0" y="0"/>
          <a:ext cx="0" cy="0"/>
          <a:chOff x="0" y="0"/>
          <a:chExt cx="0" cy="0"/>
        </a:xfrm>
      </p:grpSpPr>
      <p:sp>
        <p:nvSpPr>
          <p:cNvPr id="246" name="Google Shape;246;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47" name="Shape 247"/>
        <p:cNvGrpSpPr/>
        <p:nvPr/>
      </p:nvGrpSpPr>
      <p:grpSpPr>
        <a:xfrm>
          <a:off x="0" y="0"/>
          <a:ext cx="0" cy="0"/>
          <a:chOff x="0" y="0"/>
          <a:chExt cx="0" cy="0"/>
        </a:xfrm>
      </p:grpSpPr>
      <p:sp>
        <p:nvSpPr>
          <p:cNvPr id="248" name="Google Shape;24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0" name="Shape 250"/>
        <p:cNvGrpSpPr/>
        <p:nvPr/>
      </p:nvGrpSpPr>
      <p:grpSpPr>
        <a:xfrm>
          <a:off x="0" y="0"/>
          <a:ext cx="0" cy="0"/>
          <a:chOff x="0" y="0"/>
          <a:chExt cx="0" cy="0"/>
        </a:xfrm>
      </p:grpSpPr>
      <p:sp>
        <p:nvSpPr>
          <p:cNvPr id="251" name="Google Shape;251;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3" name="Google Shape;253;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4" name="Shape 254"/>
        <p:cNvGrpSpPr/>
        <p:nvPr/>
      </p:nvGrpSpPr>
      <p:grpSpPr>
        <a:xfrm>
          <a:off x="0" y="0"/>
          <a:ext cx="0" cy="0"/>
          <a:chOff x="0" y="0"/>
          <a:chExt cx="0" cy="0"/>
        </a:xfrm>
      </p:grpSpPr>
      <p:sp>
        <p:nvSpPr>
          <p:cNvPr id="255" name="Google Shape;25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58" name="Google Shape;258;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59" name="Shape 259"/>
        <p:cNvGrpSpPr/>
        <p:nvPr/>
      </p:nvGrpSpPr>
      <p:grpSpPr>
        <a:xfrm>
          <a:off x="0" y="0"/>
          <a:ext cx="0" cy="0"/>
          <a:chOff x="0" y="0"/>
          <a:chExt cx="0" cy="0"/>
        </a:xfrm>
      </p:grpSpPr>
      <p:sp>
        <p:nvSpPr>
          <p:cNvPr id="260" name="Google Shape;260;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1" name="Shape 261"/>
        <p:cNvGrpSpPr/>
        <p:nvPr/>
      </p:nvGrpSpPr>
      <p:grpSpPr>
        <a:xfrm>
          <a:off x="0" y="0"/>
          <a:ext cx="0" cy="0"/>
          <a:chOff x="0" y="0"/>
          <a:chExt cx="0" cy="0"/>
        </a:xfrm>
      </p:grpSpPr>
      <p:sp>
        <p:nvSpPr>
          <p:cNvPr id="262" name="Google Shape;262;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3" name="Google Shape;263;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64" name="Google Shape;264;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65" name="Shape 265"/>
        <p:cNvGrpSpPr/>
        <p:nvPr/>
      </p:nvGrpSpPr>
      <p:grpSpPr>
        <a:xfrm>
          <a:off x="0" y="0"/>
          <a:ext cx="0" cy="0"/>
          <a:chOff x="0" y="0"/>
          <a:chExt cx="0" cy="0"/>
        </a:xfrm>
      </p:grpSpPr>
      <p:sp>
        <p:nvSpPr>
          <p:cNvPr id="266" name="Google Shape;266;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67" name="Shape 267"/>
        <p:cNvGrpSpPr/>
        <p:nvPr/>
      </p:nvGrpSpPr>
      <p:grpSpPr>
        <a:xfrm>
          <a:off x="0" y="0"/>
          <a:ext cx="0" cy="0"/>
          <a:chOff x="0" y="0"/>
          <a:chExt cx="0" cy="0"/>
        </a:xfrm>
      </p:grpSpPr>
      <p:sp>
        <p:nvSpPr>
          <p:cNvPr id="268" name="Google Shape;268;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69" name="Google Shape;269;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0" name="Shape 270"/>
        <p:cNvGrpSpPr/>
        <p:nvPr/>
      </p:nvGrpSpPr>
      <p:grpSpPr>
        <a:xfrm>
          <a:off x="0" y="0"/>
          <a:ext cx="0" cy="0"/>
          <a:chOff x="0" y="0"/>
          <a:chExt cx="0" cy="0"/>
        </a:xfrm>
      </p:grpSpPr>
      <p:sp>
        <p:nvSpPr>
          <p:cNvPr id="271" name="Google Shape;271;p4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3" name="Google Shape;273;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4" name="Google Shape;274;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5" name="Google Shape;275;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6" name="Google Shape;276;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7" name="Google Shape;277;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78" name="Shape 278"/>
        <p:cNvGrpSpPr/>
        <p:nvPr/>
      </p:nvGrpSpPr>
      <p:grpSpPr>
        <a:xfrm>
          <a:off x="0" y="0"/>
          <a:ext cx="0" cy="0"/>
          <a:chOff x="0" y="0"/>
          <a:chExt cx="0" cy="0"/>
        </a:xfrm>
      </p:grpSpPr>
      <p:sp>
        <p:nvSpPr>
          <p:cNvPr id="279" name="Google Shape;279;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4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1" name="Google Shape;281;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2" name="Shape 282"/>
        <p:cNvGrpSpPr/>
        <p:nvPr/>
      </p:nvGrpSpPr>
      <p:grpSpPr>
        <a:xfrm>
          <a:off x="0" y="0"/>
          <a:ext cx="0" cy="0"/>
          <a:chOff x="0" y="0"/>
          <a:chExt cx="0" cy="0"/>
        </a:xfrm>
      </p:grpSpPr>
      <p:sp>
        <p:nvSpPr>
          <p:cNvPr id="283" name="Google Shape;283;p4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84" name="Google Shape;284;p4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5" name="Google Shape;285;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6" name="Google Shape;286;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7" name="Google Shape;287;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88" name="Shape 288"/>
        <p:cNvGrpSpPr/>
        <p:nvPr/>
      </p:nvGrpSpPr>
      <p:grpSpPr>
        <a:xfrm>
          <a:off x="0" y="0"/>
          <a:ext cx="0" cy="0"/>
          <a:chOff x="0" y="0"/>
          <a:chExt cx="0" cy="0"/>
        </a:xfrm>
      </p:grpSpPr>
      <p:sp>
        <p:nvSpPr>
          <p:cNvPr id="289" name="Google Shape;289;p5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0" name="Google Shape;290;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1" name="Google Shape;291;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92" name="Google Shape;292;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5" name="Google Shape;295;p5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96" name="Shape 296"/>
        <p:cNvGrpSpPr/>
        <p:nvPr/>
      </p:nvGrpSpPr>
      <p:grpSpPr>
        <a:xfrm>
          <a:off x="0" y="0"/>
          <a:ext cx="0" cy="0"/>
          <a:chOff x="0" y="0"/>
          <a:chExt cx="0" cy="0"/>
        </a:xfrm>
      </p:grpSpPr>
      <p:sp>
        <p:nvSpPr>
          <p:cNvPr id="297" name="Google Shape;297;p5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8" name="Google Shape;298;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9" name="Google Shape;299;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0" name="Google Shape;300;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1" name="Google Shape;301;p5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2" name="Google Shape;302;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4" name="Google Shape;304;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5" name="Google Shape;305;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06" name="Shape 306"/>
        <p:cNvGrpSpPr/>
        <p:nvPr/>
      </p:nvGrpSpPr>
      <p:grpSpPr>
        <a:xfrm>
          <a:off x="0" y="0"/>
          <a:ext cx="0" cy="0"/>
          <a:chOff x="0" y="0"/>
          <a:chExt cx="0" cy="0"/>
        </a:xfrm>
      </p:grpSpPr>
      <p:sp>
        <p:nvSpPr>
          <p:cNvPr id="307" name="Google Shape;30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09" name="Shape 309"/>
        <p:cNvGrpSpPr/>
        <p:nvPr/>
      </p:nvGrpSpPr>
      <p:grpSpPr>
        <a:xfrm>
          <a:off x="0" y="0"/>
          <a:ext cx="0" cy="0"/>
          <a:chOff x="0" y="0"/>
          <a:chExt cx="0" cy="0"/>
        </a:xfrm>
      </p:grpSpPr>
      <p:sp>
        <p:nvSpPr>
          <p:cNvPr id="310" name="Google Shape;310;p5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1" name="Google Shape;311;p53"/>
          <p:cNvSpPr/>
          <p:nvPr>
            <p:ph idx="2" type="pic"/>
          </p:nvPr>
        </p:nvSpPr>
        <p:spPr>
          <a:xfrm>
            <a:off x="4804825" y="1133300"/>
            <a:ext cx="4027500" cy="2392800"/>
          </a:xfrm>
          <a:prstGeom prst="rect">
            <a:avLst/>
          </a:prstGeom>
          <a:noFill/>
          <a:ln>
            <a:noFill/>
          </a:ln>
        </p:spPr>
      </p:sp>
      <p:sp>
        <p:nvSpPr>
          <p:cNvPr id="312" name="Google Shape;312;p53"/>
          <p:cNvSpPr/>
          <p:nvPr>
            <p:ph idx="3" type="pic"/>
          </p:nvPr>
        </p:nvSpPr>
        <p:spPr>
          <a:xfrm>
            <a:off x="311725" y="1133300"/>
            <a:ext cx="4027500" cy="2392800"/>
          </a:xfrm>
          <a:prstGeom prst="rect">
            <a:avLst/>
          </a:prstGeom>
          <a:noFill/>
          <a:ln>
            <a:noFill/>
          </a:ln>
        </p:spPr>
      </p:sp>
      <p:sp>
        <p:nvSpPr>
          <p:cNvPr id="313" name="Google Shape;313;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4" name="Google Shape;314;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5" name="Google Shape;315;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6" name="Google Shape;316;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17" name="Shape 317"/>
        <p:cNvGrpSpPr/>
        <p:nvPr/>
      </p:nvGrpSpPr>
      <p:grpSpPr>
        <a:xfrm>
          <a:off x="0" y="0"/>
          <a:ext cx="0" cy="0"/>
          <a:chOff x="0" y="0"/>
          <a:chExt cx="0" cy="0"/>
        </a:xfrm>
      </p:grpSpPr>
      <p:sp>
        <p:nvSpPr>
          <p:cNvPr id="318" name="Google Shape;318;p5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9" name="Google Shape;319;p54"/>
          <p:cNvSpPr/>
          <p:nvPr>
            <p:ph idx="2" type="pic"/>
          </p:nvPr>
        </p:nvSpPr>
        <p:spPr>
          <a:xfrm>
            <a:off x="6205225" y="1128325"/>
            <a:ext cx="2627100" cy="2273100"/>
          </a:xfrm>
          <a:prstGeom prst="rect">
            <a:avLst/>
          </a:prstGeom>
          <a:noFill/>
          <a:ln>
            <a:noFill/>
          </a:ln>
        </p:spPr>
      </p:sp>
      <p:sp>
        <p:nvSpPr>
          <p:cNvPr id="320" name="Google Shape;320;p54"/>
          <p:cNvSpPr/>
          <p:nvPr>
            <p:ph idx="3" type="pic"/>
          </p:nvPr>
        </p:nvSpPr>
        <p:spPr>
          <a:xfrm>
            <a:off x="311725" y="1128325"/>
            <a:ext cx="2627100" cy="2273100"/>
          </a:xfrm>
          <a:prstGeom prst="rect">
            <a:avLst/>
          </a:prstGeom>
          <a:noFill/>
          <a:ln>
            <a:noFill/>
          </a:ln>
        </p:spPr>
      </p:sp>
      <p:sp>
        <p:nvSpPr>
          <p:cNvPr id="321" name="Google Shape;321;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2" name="Google Shape;322;p54"/>
          <p:cNvSpPr/>
          <p:nvPr>
            <p:ph idx="5" type="pic"/>
          </p:nvPr>
        </p:nvSpPr>
        <p:spPr>
          <a:xfrm>
            <a:off x="3255250" y="1128325"/>
            <a:ext cx="2627100" cy="2273100"/>
          </a:xfrm>
          <a:prstGeom prst="rect">
            <a:avLst/>
          </a:prstGeom>
          <a:noFill/>
          <a:ln>
            <a:noFill/>
          </a:ln>
        </p:spPr>
      </p:sp>
      <p:sp>
        <p:nvSpPr>
          <p:cNvPr id="323" name="Google Shape;323;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4" name="Google Shape;324;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6" name="Google Shape;326;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7" name="Google Shape;327;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28" name="Shape 328"/>
        <p:cNvGrpSpPr/>
        <p:nvPr/>
      </p:nvGrpSpPr>
      <p:grpSpPr>
        <a:xfrm>
          <a:off x="0" y="0"/>
          <a:ext cx="0" cy="0"/>
          <a:chOff x="0" y="0"/>
          <a:chExt cx="0" cy="0"/>
        </a:xfrm>
      </p:grpSpPr>
      <p:sp>
        <p:nvSpPr>
          <p:cNvPr id="329" name="Google Shape;329;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0" name="Shape 330"/>
        <p:cNvGrpSpPr/>
        <p:nvPr/>
      </p:nvGrpSpPr>
      <p:grpSpPr>
        <a:xfrm>
          <a:off x="0" y="0"/>
          <a:ext cx="0" cy="0"/>
          <a:chOff x="0" y="0"/>
          <a:chExt cx="0" cy="0"/>
        </a:xfrm>
      </p:grpSpPr>
      <p:sp>
        <p:nvSpPr>
          <p:cNvPr id="331" name="Google Shape;331;p56"/>
          <p:cNvSpPr/>
          <p:nvPr>
            <p:ph idx="2" type="pic"/>
          </p:nvPr>
        </p:nvSpPr>
        <p:spPr>
          <a:xfrm>
            <a:off x="3389600" y="118913"/>
            <a:ext cx="1643700" cy="1535100"/>
          </a:xfrm>
          <a:prstGeom prst="rect">
            <a:avLst/>
          </a:prstGeom>
          <a:noFill/>
          <a:ln>
            <a:noFill/>
          </a:ln>
        </p:spPr>
      </p:sp>
      <p:sp>
        <p:nvSpPr>
          <p:cNvPr id="332" name="Google Shape;332;p56"/>
          <p:cNvSpPr/>
          <p:nvPr>
            <p:ph idx="3" type="pic"/>
          </p:nvPr>
        </p:nvSpPr>
        <p:spPr>
          <a:xfrm>
            <a:off x="5195935" y="118913"/>
            <a:ext cx="1643700" cy="1535100"/>
          </a:xfrm>
          <a:prstGeom prst="rect">
            <a:avLst/>
          </a:prstGeom>
          <a:noFill/>
          <a:ln>
            <a:noFill/>
          </a:ln>
        </p:spPr>
      </p:sp>
      <p:sp>
        <p:nvSpPr>
          <p:cNvPr id="333" name="Google Shape;333;p56"/>
          <p:cNvSpPr/>
          <p:nvPr>
            <p:ph idx="4" type="pic"/>
          </p:nvPr>
        </p:nvSpPr>
        <p:spPr>
          <a:xfrm>
            <a:off x="7002270" y="118913"/>
            <a:ext cx="1643700" cy="1535100"/>
          </a:xfrm>
          <a:prstGeom prst="rect">
            <a:avLst/>
          </a:prstGeom>
          <a:noFill/>
          <a:ln>
            <a:noFill/>
          </a:ln>
        </p:spPr>
      </p:sp>
      <p:sp>
        <p:nvSpPr>
          <p:cNvPr id="334" name="Google Shape;334;p56"/>
          <p:cNvSpPr/>
          <p:nvPr>
            <p:ph idx="5" type="pic"/>
          </p:nvPr>
        </p:nvSpPr>
        <p:spPr>
          <a:xfrm>
            <a:off x="3389588" y="1804212"/>
            <a:ext cx="1643700" cy="1535100"/>
          </a:xfrm>
          <a:prstGeom prst="rect">
            <a:avLst/>
          </a:prstGeom>
          <a:noFill/>
          <a:ln>
            <a:noFill/>
          </a:ln>
        </p:spPr>
      </p:sp>
      <p:sp>
        <p:nvSpPr>
          <p:cNvPr id="335" name="Google Shape;335;p56"/>
          <p:cNvSpPr/>
          <p:nvPr>
            <p:ph idx="6" type="pic"/>
          </p:nvPr>
        </p:nvSpPr>
        <p:spPr>
          <a:xfrm>
            <a:off x="5195922" y="1804212"/>
            <a:ext cx="1643700" cy="1535100"/>
          </a:xfrm>
          <a:prstGeom prst="rect">
            <a:avLst/>
          </a:prstGeom>
          <a:noFill/>
          <a:ln>
            <a:noFill/>
          </a:ln>
        </p:spPr>
      </p:sp>
      <p:sp>
        <p:nvSpPr>
          <p:cNvPr id="336" name="Google Shape;336;p56"/>
          <p:cNvSpPr/>
          <p:nvPr>
            <p:ph idx="7" type="pic"/>
          </p:nvPr>
        </p:nvSpPr>
        <p:spPr>
          <a:xfrm>
            <a:off x="7002257" y="1804212"/>
            <a:ext cx="1643700" cy="1535100"/>
          </a:xfrm>
          <a:prstGeom prst="rect">
            <a:avLst/>
          </a:prstGeom>
          <a:noFill/>
          <a:ln>
            <a:noFill/>
          </a:ln>
        </p:spPr>
      </p:sp>
      <p:sp>
        <p:nvSpPr>
          <p:cNvPr id="337" name="Google Shape;337;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56"/>
          <p:cNvSpPr/>
          <p:nvPr>
            <p:ph idx="8" type="pic"/>
          </p:nvPr>
        </p:nvSpPr>
        <p:spPr>
          <a:xfrm>
            <a:off x="3389588" y="3489487"/>
            <a:ext cx="1643700" cy="1535100"/>
          </a:xfrm>
          <a:prstGeom prst="rect">
            <a:avLst/>
          </a:prstGeom>
          <a:noFill/>
          <a:ln>
            <a:noFill/>
          </a:ln>
        </p:spPr>
      </p:sp>
      <p:sp>
        <p:nvSpPr>
          <p:cNvPr id="339" name="Google Shape;339;p56"/>
          <p:cNvSpPr/>
          <p:nvPr>
            <p:ph idx="9" type="pic"/>
          </p:nvPr>
        </p:nvSpPr>
        <p:spPr>
          <a:xfrm>
            <a:off x="5195922" y="3489487"/>
            <a:ext cx="1643700" cy="1535100"/>
          </a:xfrm>
          <a:prstGeom prst="rect">
            <a:avLst/>
          </a:prstGeom>
          <a:noFill/>
          <a:ln>
            <a:noFill/>
          </a:ln>
        </p:spPr>
      </p:sp>
      <p:sp>
        <p:nvSpPr>
          <p:cNvPr id="340" name="Google Shape;340;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3.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41375" y="356475"/>
            <a:ext cx="2860200" cy="450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1pPr>
            <a:lvl2pPr lvl="1">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2pPr>
            <a:lvl3pPr lvl="2">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3pPr>
            <a:lvl4pPr lvl="3">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4pPr>
            <a:lvl5pPr lvl="4">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5pPr>
            <a:lvl6pPr lvl="5">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6pPr>
            <a:lvl7pPr lvl="6">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7pPr>
            <a:lvl8pPr lvl="7">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8pPr>
            <a:lvl9pPr lvl="8">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9pPr>
          </a:lstStyle>
          <a:p/>
        </p:txBody>
      </p:sp>
      <p:sp>
        <p:nvSpPr>
          <p:cNvPr id="52" name="Google Shape;52;p13"/>
          <p:cNvSpPr txBox="1"/>
          <p:nvPr>
            <p:ph idx="1" type="body"/>
          </p:nvPr>
        </p:nvSpPr>
        <p:spPr>
          <a:xfrm>
            <a:off x="477400" y="1551575"/>
            <a:ext cx="5666400" cy="2472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orient="horz" pos="144">
          <p15:clr>
            <a:srgbClr val="E46962"/>
          </p15:clr>
        </p15:guide>
        <p15:guide id="3" pos="144">
          <p15:clr>
            <a:srgbClr val="E46962"/>
          </p15:clr>
        </p15:guide>
        <p15:guide id="4" orient="horz" pos="309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hyperlink" Target="http://drive.google.com/file/d/13yVyy6GhVd3tp0ba-Qq-Haac2kw3cN3A/view" TargetMode="Externa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hyperlink" Target="http://drive.google.com/file/d/1IfGZI63WkVm6MO9-k5xORBi2a3wLAIXx/view"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hyperlink" Target="http://drive.google.com/file/d/1XltrNTF_XRqsKKIHHBd95VZsOkIIXiF9/view" TargetMode="Externa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44" name="Shape 344"/>
        <p:cNvGrpSpPr/>
        <p:nvPr/>
      </p:nvGrpSpPr>
      <p:grpSpPr>
        <a:xfrm>
          <a:off x="0" y="0"/>
          <a:ext cx="0" cy="0"/>
          <a:chOff x="0" y="0"/>
          <a:chExt cx="0" cy="0"/>
        </a:xfrm>
      </p:grpSpPr>
      <p:sp>
        <p:nvSpPr>
          <p:cNvPr id="345" name="Google Shape;345;p57"/>
          <p:cNvSpPr txBox="1"/>
          <p:nvPr>
            <p:ph idx="1" type="subTitle"/>
          </p:nvPr>
        </p:nvSpPr>
        <p:spPr>
          <a:xfrm>
            <a:off x="4897375" y="2609925"/>
            <a:ext cx="36798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600"/>
              <a:t>Alp Berrak and Carter Jules</a:t>
            </a:r>
            <a:endParaRPr sz="1600"/>
          </a:p>
        </p:txBody>
      </p:sp>
      <p:sp>
        <p:nvSpPr>
          <p:cNvPr id="346" name="Google Shape;346;p57"/>
          <p:cNvSpPr txBox="1"/>
          <p:nvPr>
            <p:ph type="title"/>
          </p:nvPr>
        </p:nvSpPr>
        <p:spPr>
          <a:xfrm>
            <a:off x="563400" y="3695700"/>
            <a:ext cx="3679800" cy="938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GRC AI Agent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50" name="Shape 350"/>
        <p:cNvGrpSpPr/>
        <p:nvPr/>
      </p:nvGrpSpPr>
      <p:grpSpPr>
        <a:xfrm>
          <a:off x="0" y="0"/>
          <a:ext cx="0" cy="0"/>
          <a:chOff x="0" y="0"/>
          <a:chExt cx="0" cy="0"/>
        </a:xfrm>
      </p:grpSpPr>
      <p:sp>
        <p:nvSpPr>
          <p:cNvPr id="351" name="Google Shape;351;p58"/>
          <p:cNvSpPr txBox="1"/>
          <p:nvPr>
            <p:ph type="title"/>
          </p:nvPr>
        </p:nvSpPr>
        <p:spPr>
          <a:xfrm>
            <a:off x="771575" y="54875"/>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Why make an AI Agent?</a:t>
            </a:r>
            <a:endParaRPr/>
          </a:p>
        </p:txBody>
      </p:sp>
      <p:grpSp>
        <p:nvGrpSpPr>
          <p:cNvPr id="352" name="Google Shape;352;p58"/>
          <p:cNvGrpSpPr/>
          <p:nvPr/>
        </p:nvGrpSpPr>
        <p:grpSpPr>
          <a:xfrm>
            <a:off x="318254" y="912980"/>
            <a:ext cx="4176323" cy="2701842"/>
            <a:chOff x="1047174" y="2250687"/>
            <a:chExt cx="3040200" cy="1966836"/>
          </a:xfrm>
        </p:grpSpPr>
        <p:sp>
          <p:nvSpPr>
            <p:cNvPr id="353" name="Google Shape;353;p58"/>
            <p:cNvSpPr/>
            <p:nvPr/>
          </p:nvSpPr>
          <p:spPr>
            <a:xfrm rot="5400000">
              <a:off x="2286474" y="1011387"/>
              <a:ext cx="561600" cy="3040200"/>
            </a:xfrm>
            <a:prstGeom prst="roundRect">
              <a:avLst>
                <a:gd fmla="val 50000" name="adj"/>
              </a:avLst>
            </a:prstGeom>
            <a:solidFill>
              <a:schemeClr val="dk2"/>
            </a:solidFill>
            <a:ln>
              <a:noFill/>
            </a:ln>
          </p:spPr>
          <p:txBody>
            <a:bodyPr anchorCtr="0" anchor="ctr" bIns="125600" lIns="125600" spcFirstLastPara="1" rIns="125600" wrap="square" tIns="125600">
              <a:noAutofit/>
            </a:bodyPr>
            <a:lstStyle/>
            <a:p>
              <a:pPr indent="0" lvl="0" marL="0" rtl="0" algn="l">
                <a:spcBef>
                  <a:spcPts val="0"/>
                </a:spcBef>
                <a:spcAft>
                  <a:spcPts val="0"/>
                </a:spcAft>
                <a:buNone/>
              </a:pPr>
              <a:r>
                <a:t/>
              </a:r>
              <a:endParaRPr sz="1923"/>
            </a:p>
          </p:txBody>
        </p:sp>
        <p:sp>
          <p:nvSpPr>
            <p:cNvPr id="354" name="Google Shape;354;p58"/>
            <p:cNvSpPr/>
            <p:nvPr/>
          </p:nvSpPr>
          <p:spPr>
            <a:xfrm>
              <a:off x="1151576" y="2344506"/>
              <a:ext cx="374100" cy="374100"/>
            </a:xfrm>
            <a:prstGeom prst="ellipse">
              <a:avLst/>
            </a:prstGeom>
            <a:solidFill>
              <a:srgbClr val="FFFFFF"/>
            </a:solidFill>
            <a:ln>
              <a:noFill/>
            </a:ln>
            <a:effectLst>
              <a:outerShdw blurRad="314021" rotWithShape="0" algn="tl" dir="5400000" dist="69782">
                <a:srgbClr val="000000">
                  <a:alpha val="54900"/>
                </a:srgbClr>
              </a:outerShdw>
            </a:effectLst>
          </p:spPr>
          <p:txBody>
            <a:bodyPr anchorCtr="0" anchor="ctr" bIns="125600" lIns="125600" spcFirstLastPara="1" rIns="125600" wrap="square" tIns="125600">
              <a:noAutofit/>
            </a:bodyPr>
            <a:lstStyle/>
            <a:p>
              <a:pPr indent="0" lvl="0" marL="0" rtl="0" algn="ctr">
                <a:spcBef>
                  <a:spcPts val="0"/>
                </a:spcBef>
                <a:spcAft>
                  <a:spcPts val="0"/>
                </a:spcAft>
                <a:buNone/>
              </a:pPr>
              <a:r>
                <a:rPr b="1" lang="en" sz="1648">
                  <a:solidFill>
                    <a:schemeClr val="dk2"/>
                  </a:solidFill>
                  <a:latin typeface="Roboto"/>
                  <a:ea typeface="Roboto"/>
                  <a:cs typeface="Roboto"/>
                  <a:sym typeface="Roboto"/>
                </a:rPr>
                <a:t>1</a:t>
              </a:r>
              <a:endParaRPr b="1" sz="1648">
                <a:solidFill>
                  <a:schemeClr val="dk2"/>
                </a:solidFill>
                <a:latin typeface="Roboto"/>
                <a:ea typeface="Roboto"/>
                <a:cs typeface="Roboto"/>
                <a:sym typeface="Roboto"/>
              </a:endParaRPr>
            </a:p>
          </p:txBody>
        </p:sp>
        <p:sp>
          <p:nvSpPr>
            <p:cNvPr id="355" name="Google Shape;355;p58"/>
            <p:cNvSpPr txBox="1"/>
            <p:nvPr/>
          </p:nvSpPr>
          <p:spPr>
            <a:xfrm>
              <a:off x="2045405" y="2334900"/>
              <a:ext cx="1735200" cy="393300"/>
            </a:xfrm>
            <a:prstGeom prst="rect">
              <a:avLst/>
            </a:prstGeom>
            <a:noFill/>
            <a:ln>
              <a:noFill/>
            </a:ln>
          </p:spPr>
          <p:txBody>
            <a:bodyPr anchorCtr="0" anchor="ctr" bIns="125600" lIns="125600" spcFirstLastPara="1" rIns="125600" wrap="square" tIns="125600">
              <a:noAutofit/>
            </a:bodyPr>
            <a:lstStyle/>
            <a:p>
              <a:pPr indent="0" lvl="0" marL="0" rtl="0" algn="l">
                <a:lnSpc>
                  <a:spcPct val="115000"/>
                </a:lnSpc>
                <a:spcBef>
                  <a:spcPts val="0"/>
                </a:spcBef>
                <a:spcAft>
                  <a:spcPts val="0"/>
                </a:spcAft>
                <a:buNone/>
              </a:pPr>
              <a:r>
                <a:rPr b="1" lang="en" sz="1648">
                  <a:solidFill>
                    <a:srgbClr val="FFFFFF"/>
                  </a:solidFill>
                  <a:latin typeface="Roboto"/>
                  <a:ea typeface="Roboto"/>
                  <a:cs typeface="Roboto"/>
                  <a:sym typeface="Roboto"/>
                </a:rPr>
                <a:t>So many regulations</a:t>
              </a:r>
              <a:endParaRPr b="1" sz="1099">
                <a:solidFill>
                  <a:srgbClr val="FFFFFF"/>
                </a:solidFill>
                <a:latin typeface="Roboto"/>
                <a:ea typeface="Roboto"/>
                <a:cs typeface="Roboto"/>
                <a:sym typeface="Roboto"/>
              </a:endParaRPr>
            </a:p>
          </p:txBody>
        </p:sp>
        <p:sp>
          <p:nvSpPr>
            <p:cNvPr id="356" name="Google Shape;356;p58"/>
            <p:cNvSpPr txBox="1"/>
            <p:nvPr/>
          </p:nvSpPr>
          <p:spPr>
            <a:xfrm>
              <a:off x="1525679" y="2907123"/>
              <a:ext cx="2203500" cy="1310400"/>
            </a:xfrm>
            <a:prstGeom prst="rect">
              <a:avLst/>
            </a:prstGeom>
            <a:solidFill>
              <a:schemeClr val="lt2"/>
            </a:solidFill>
            <a:ln>
              <a:noFill/>
            </a:ln>
          </p:spPr>
          <p:txBody>
            <a:bodyPr anchorCtr="0" anchor="t" bIns="125600" lIns="125600" spcFirstLastPara="1" rIns="125600" wrap="square" tIns="125600">
              <a:noAutofit/>
            </a:bodyPr>
            <a:lstStyle/>
            <a:p>
              <a:pPr indent="0" lvl="0" marL="0" rtl="0" algn="l">
                <a:spcBef>
                  <a:spcPts val="0"/>
                </a:spcBef>
                <a:spcAft>
                  <a:spcPts val="2198"/>
                </a:spcAft>
                <a:buNone/>
              </a:pPr>
              <a:r>
                <a:rPr lang="en" sz="1399">
                  <a:latin typeface="Roboto"/>
                  <a:ea typeface="Roboto"/>
                  <a:cs typeface="Roboto"/>
                  <a:sym typeface="Roboto"/>
                </a:rPr>
                <a:t>Data privacy regulations are constantly being passed or updated, requiring organizations to keep up to date with regulatory requirements which can be tricky when dealing with a global consumer base. </a:t>
              </a:r>
              <a:endParaRPr b="1" sz="1399">
                <a:latin typeface="Roboto"/>
                <a:ea typeface="Roboto"/>
                <a:cs typeface="Roboto"/>
                <a:sym typeface="Roboto"/>
              </a:endParaRPr>
            </a:p>
          </p:txBody>
        </p:sp>
      </p:grpSp>
      <p:grpSp>
        <p:nvGrpSpPr>
          <p:cNvPr id="357" name="Google Shape;357;p58"/>
          <p:cNvGrpSpPr/>
          <p:nvPr/>
        </p:nvGrpSpPr>
        <p:grpSpPr>
          <a:xfrm>
            <a:off x="4692929" y="912980"/>
            <a:ext cx="4176323" cy="2701842"/>
            <a:chOff x="1603173" y="1221842"/>
            <a:chExt cx="3040200" cy="1966836"/>
          </a:xfrm>
        </p:grpSpPr>
        <p:sp>
          <p:nvSpPr>
            <p:cNvPr id="358" name="Google Shape;358;p58"/>
            <p:cNvSpPr/>
            <p:nvPr/>
          </p:nvSpPr>
          <p:spPr>
            <a:xfrm rot="5400000">
              <a:off x="2842473" y="-17458"/>
              <a:ext cx="561600" cy="3040200"/>
            </a:xfrm>
            <a:prstGeom prst="roundRect">
              <a:avLst>
                <a:gd fmla="val 50000" name="adj"/>
              </a:avLst>
            </a:prstGeom>
            <a:solidFill>
              <a:schemeClr val="dk2"/>
            </a:solidFill>
            <a:ln>
              <a:noFill/>
            </a:ln>
          </p:spPr>
          <p:txBody>
            <a:bodyPr anchorCtr="0" anchor="ctr" bIns="125600" lIns="125600" spcFirstLastPara="1" rIns="125600" wrap="square" tIns="125600">
              <a:noAutofit/>
            </a:bodyPr>
            <a:lstStyle/>
            <a:p>
              <a:pPr indent="0" lvl="0" marL="0" rtl="0" algn="l">
                <a:spcBef>
                  <a:spcPts val="0"/>
                </a:spcBef>
                <a:spcAft>
                  <a:spcPts val="0"/>
                </a:spcAft>
                <a:buNone/>
              </a:pPr>
              <a:r>
                <a:t/>
              </a:r>
              <a:endParaRPr sz="1923"/>
            </a:p>
          </p:txBody>
        </p:sp>
        <p:sp>
          <p:nvSpPr>
            <p:cNvPr id="359" name="Google Shape;359;p58"/>
            <p:cNvSpPr/>
            <p:nvPr/>
          </p:nvSpPr>
          <p:spPr>
            <a:xfrm>
              <a:off x="1719258" y="1315588"/>
              <a:ext cx="374100" cy="374100"/>
            </a:xfrm>
            <a:prstGeom prst="ellipse">
              <a:avLst/>
            </a:prstGeom>
            <a:solidFill>
              <a:srgbClr val="FFFFFF"/>
            </a:solidFill>
            <a:ln>
              <a:noFill/>
            </a:ln>
            <a:effectLst>
              <a:outerShdw blurRad="314021" rotWithShape="0" algn="tl" dir="5400000" dist="69782">
                <a:srgbClr val="000000">
                  <a:alpha val="54900"/>
                </a:srgbClr>
              </a:outerShdw>
            </a:effectLst>
          </p:spPr>
          <p:txBody>
            <a:bodyPr anchorCtr="0" anchor="ctr" bIns="125600" lIns="125600" spcFirstLastPara="1" rIns="125600" wrap="square" tIns="125600">
              <a:noAutofit/>
            </a:bodyPr>
            <a:lstStyle/>
            <a:p>
              <a:pPr indent="0" lvl="0" marL="0" rtl="0" algn="ctr">
                <a:spcBef>
                  <a:spcPts val="0"/>
                </a:spcBef>
                <a:spcAft>
                  <a:spcPts val="0"/>
                </a:spcAft>
                <a:buNone/>
              </a:pPr>
              <a:r>
                <a:rPr b="1" lang="en" sz="1648">
                  <a:solidFill>
                    <a:schemeClr val="dk2"/>
                  </a:solidFill>
                  <a:latin typeface="Roboto"/>
                  <a:ea typeface="Roboto"/>
                  <a:cs typeface="Roboto"/>
                  <a:sym typeface="Roboto"/>
                </a:rPr>
                <a:t>2</a:t>
              </a:r>
              <a:endParaRPr b="1" sz="1648">
                <a:solidFill>
                  <a:schemeClr val="dk2"/>
                </a:solidFill>
                <a:latin typeface="Roboto"/>
                <a:ea typeface="Roboto"/>
                <a:cs typeface="Roboto"/>
                <a:sym typeface="Roboto"/>
              </a:endParaRPr>
            </a:p>
          </p:txBody>
        </p:sp>
        <p:sp>
          <p:nvSpPr>
            <p:cNvPr id="360" name="Google Shape;360;p58"/>
            <p:cNvSpPr txBox="1"/>
            <p:nvPr/>
          </p:nvSpPr>
          <p:spPr>
            <a:xfrm>
              <a:off x="2261865" y="1305991"/>
              <a:ext cx="2159700" cy="393300"/>
            </a:xfrm>
            <a:prstGeom prst="rect">
              <a:avLst/>
            </a:prstGeom>
            <a:noFill/>
            <a:ln>
              <a:noFill/>
            </a:ln>
          </p:spPr>
          <p:txBody>
            <a:bodyPr anchorCtr="0" anchor="ctr" bIns="125600" lIns="125600" spcFirstLastPara="1" rIns="125600" wrap="square" tIns="125600">
              <a:noAutofit/>
            </a:bodyPr>
            <a:lstStyle/>
            <a:p>
              <a:pPr indent="0" lvl="0" marL="0" rtl="0" algn="l">
                <a:lnSpc>
                  <a:spcPct val="115000"/>
                </a:lnSpc>
                <a:spcBef>
                  <a:spcPts val="0"/>
                </a:spcBef>
                <a:spcAft>
                  <a:spcPts val="0"/>
                </a:spcAft>
                <a:buNone/>
              </a:pPr>
              <a:r>
                <a:rPr b="1" lang="en" sz="1648">
                  <a:solidFill>
                    <a:srgbClr val="FFFFFF"/>
                  </a:solidFill>
                  <a:latin typeface="Roboto"/>
                  <a:ea typeface="Roboto"/>
                  <a:cs typeface="Roboto"/>
                  <a:sym typeface="Roboto"/>
                </a:rPr>
                <a:t>Risk Assessments are Time Consuming</a:t>
              </a:r>
              <a:endParaRPr b="1" sz="1099">
                <a:solidFill>
                  <a:srgbClr val="FFFFFF"/>
                </a:solidFill>
                <a:latin typeface="Roboto"/>
                <a:ea typeface="Roboto"/>
                <a:cs typeface="Roboto"/>
                <a:sym typeface="Roboto"/>
              </a:endParaRPr>
            </a:p>
          </p:txBody>
        </p:sp>
        <p:sp>
          <p:nvSpPr>
            <p:cNvPr id="361" name="Google Shape;361;p58"/>
            <p:cNvSpPr txBox="1"/>
            <p:nvPr/>
          </p:nvSpPr>
          <p:spPr>
            <a:xfrm>
              <a:off x="2093361" y="1878277"/>
              <a:ext cx="2203500" cy="1310400"/>
            </a:xfrm>
            <a:prstGeom prst="rect">
              <a:avLst/>
            </a:prstGeom>
            <a:solidFill>
              <a:schemeClr val="lt2"/>
            </a:solidFill>
            <a:ln>
              <a:noFill/>
            </a:ln>
          </p:spPr>
          <p:txBody>
            <a:bodyPr anchorCtr="0" anchor="t" bIns="125600" lIns="125600" spcFirstLastPara="1" rIns="125600" wrap="square" tIns="125600">
              <a:noAutofit/>
            </a:bodyPr>
            <a:lstStyle/>
            <a:p>
              <a:pPr indent="0" lvl="0" marL="0" rtl="0" algn="l">
                <a:spcBef>
                  <a:spcPts val="0"/>
                </a:spcBef>
                <a:spcAft>
                  <a:spcPts val="2198"/>
                </a:spcAft>
                <a:buNone/>
              </a:pPr>
              <a:r>
                <a:rPr lang="en" sz="1399">
                  <a:latin typeface="Roboto"/>
                  <a:ea typeface="Roboto"/>
                  <a:cs typeface="Roboto"/>
                  <a:sym typeface="Roboto"/>
                </a:rPr>
                <a:t>Conducting a thorough risk assessment can be a very time consuming process. An AI Agent is an efficient way to speed up the process by giving a GRC expert a place to start in their assessment.</a:t>
              </a:r>
              <a:endParaRPr b="1" sz="1399">
                <a:latin typeface="Roboto"/>
                <a:ea typeface="Roboto"/>
                <a:cs typeface="Roboto"/>
                <a:sym typeface="Roboto"/>
              </a:endParaRPr>
            </a:p>
          </p:txBody>
        </p:sp>
      </p:grpSp>
      <p:grpSp>
        <p:nvGrpSpPr>
          <p:cNvPr id="362" name="Google Shape;362;p58"/>
          <p:cNvGrpSpPr/>
          <p:nvPr/>
        </p:nvGrpSpPr>
        <p:grpSpPr>
          <a:xfrm>
            <a:off x="87459" y="48723"/>
            <a:ext cx="566400" cy="566400"/>
            <a:chOff x="8349009" y="4345925"/>
            <a:chExt cx="566400" cy="566400"/>
          </a:xfrm>
        </p:grpSpPr>
        <p:sp>
          <p:nvSpPr>
            <p:cNvPr id="363" name="Google Shape;363;p58"/>
            <p:cNvSpPr/>
            <p:nvPr/>
          </p:nvSpPr>
          <p:spPr>
            <a:xfrm>
              <a:off x="8349009" y="4345925"/>
              <a:ext cx="566400" cy="566400"/>
            </a:xfrm>
            <a:prstGeom prst="roundRect">
              <a:avLst>
                <a:gd fmla="val 2246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364" name="Google Shape;364;p58"/>
            <p:cNvSpPr/>
            <p:nvPr/>
          </p:nvSpPr>
          <p:spPr>
            <a:xfrm>
              <a:off x="8498250" y="4495332"/>
              <a:ext cx="267900" cy="267600"/>
            </a:xfrm>
            <a:prstGeom prst="plaque">
              <a:avLst>
                <a:gd fmla="val 4491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sp>
        <p:nvSpPr>
          <p:cNvPr id="365" name="Google Shape;365;p58"/>
          <p:cNvSpPr txBox="1"/>
          <p:nvPr/>
        </p:nvSpPr>
        <p:spPr>
          <a:xfrm>
            <a:off x="960525" y="3842150"/>
            <a:ext cx="75189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The scope of this AI Agent is limited to business or finance sector, so the only regulations taken into consideration are those that are spanning or pertain to the business or finance sector.</a:t>
            </a:r>
            <a:endParaRPr sz="16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69" name="Shape 369"/>
        <p:cNvGrpSpPr/>
        <p:nvPr/>
      </p:nvGrpSpPr>
      <p:grpSpPr>
        <a:xfrm>
          <a:off x="0" y="0"/>
          <a:ext cx="0" cy="0"/>
          <a:chOff x="0" y="0"/>
          <a:chExt cx="0" cy="0"/>
        </a:xfrm>
      </p:grpSpPr>
      <p:grpSp>
        <p:nvGrpSpPr>
          <p:cNvPr id="370" name="Google Shape;370;p59"/>
          <p:cNvGrpSpPr/>
          <p:nvPr/>
        </p:nvGrpSpPr>
        <p:grpSpPr>
          <a:xfrm>
            <a:off x="65709" y="48723"/>
            <a:ext cx="566400" cy="566400"/>
            <a:chOff x="4915459" y="1944554"/>
            <a:chExt cx="566400" cy="566400"/>
          </a:xfrm>
        </p:grpSpPr>
        <p:sp>
          <p:nvSpPr>
            <p:cNvPr id="371" name="Google Shape;371;p59"/>
            <p:cNvSpPr/>
            <p:nvPr/>
          </p:nvSpPr>
          <p:spPr>
            <a:xfrm>
              <a:off x="4915459" y="1944554"/>
              <a:ext cx="566400" cy="566400"/>
            </a:xfrm>
            <a:prstGeom prst="roundRect">
              <a:avLst>
                <a:gd fmla="val 2246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nvGrpSpPr>
            <p:cNvPr id="372" name="Google Shape;372;p59"/>
            <p:cNvGrpSpPr/>
            <p:nvPr/>
          </p:nvGrpSpPr>
          <p:grpSpPr>
            <a:xfrm>
              <a:off x="5085171" y="2120402"/>
              <a:ext cx="226973" cy="214726"/>
              <a:chOff x="7312075" y="834700"/>
              <a:chExt cx="1022400" cy="966799"/>
            </a:xfrm>
          </p:grpSpPr>
          <p:sp>
            <p:nvSpPr>
              <p:cNvPr descr="A figure eight. " id="373" name="Google Shape;373;p59"/>
              <p:cNvSpPr/>
              <p:nvPr/>
            </p:nvSpPr>
            <p:spPr>
              <a:xfrm>
                <a:off x="7312075" y="834700"/>
                <a:ext cx="1022400" cy="438000"/>
              </a:xfrm>
              <a:prstGeom prst="roundRect">
                <a:avLst>
                  <a:gd fmla="val 50000"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74" name="Google Shape;374;p59"/>
              <p:cNvSpPr/>
              <p:nvPr/>
            </p:nvSpPr>
            <p:spPr>
              <a:xfrm>
                <a:off x="7312075" y="1363499"/>
                <a:ext cx="1022400" cy="438000"/>
              </a:xfrm>
              <a:prstGeom prst="roundRect">
                <a:avLst>
                  <a:gd fmla="val 50000"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grpSp>
      <p:sp>
        <p:nvSpPr>
          <p:cNvPr id="375" name="Google Shape;375;p59"/>
          <p:cNvSpPr txBox="1"/>
          <p:nvPr>
            <p:ph type="title"/>
          </p:nvPr>
        </p:nvSpPr>
        <p:spPr>
          <a:xfrm>
            <a:off x="771575" y="54875"/>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Background Information</a:t>
            </a:r>
            <a:endParaRPr/>
          </a:p>
        </p:txBody>
      </p:sp>
      <p:sp>
        <p:nvSpPr>
          <p:cNvPr id="376" name="Google Shape;376;p59"/>
          <p:cNvSpPr/>
          <p:nvPr/>
        </p:nvSpPr>
        <p:spPr>
          <a:xfrm>
            <a:off x="632100" y="723000"/>
            <a:ext cx="3592200" cy="2086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Data privacy </a:t>
            </a:r>
            <a:r>
              <a:rPr b="1" lang="en">
                <a:solidFill>
                  <a:schemeClr val="lt1"/>
                </a:solidFill>
                <a:latin typeface="Inter"/>
                <a:ea typeface="Inter"/>
                <a:cs typeface="Inter"/>
                <a:sym typeface="Inter"/>
              </a:rPr>
              <a:t>regulations</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Data privacy vary from country to country and from state to state</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Companies are responsible for keeping up with regulations being passed and face heavy fines if they fail to comply</a:t>
            </a:r>
            <a:endParaRPr>
              <a:solidFill>
                <a:schemeClr val="lt1"/>
              </a:solidFill>
              <a:latin typeface="Inter"/>
              <a:ea typeface="Inter"/>
              <a:cs typeface="Inter"/>
              <a:sym typeface="Inter"/>
            </a:endParaRPr>
          </a:p>
        </p:txBody>
      </p:sp>
      <p:sp>
        <p:nvSpPr>
          <p:cNvPr id="377" name="Google Shape;377;p59"/>
          <p:cNvSpPr/>
          <p:nvPr/>
        </p:nvSpPr>
        <p:spPr>
          <a:xfrm>
            <a:off x="4572000" y="723000"/>
            <a:ext cx="3592200" cy="2086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NIST</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NIST develops widely used cybersecurity guidelines that organizations use to manage risks</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We used NIST 800-53 for </a:t>
            </a:r>
            <a:r>
              <a:rPr lang="en">
                <a:solidFill>
                  <a:schemeClr val="lt1"/>
                </a:solidFill>
                <a:latin typeface="Inter"/>
                <a:ea typeface="Inter"/>
                <a:cs typeface="Inter"/>
                <a:sym typeface="Inter"/>
              </a:rPr>
              <a:t>recommendations</a:t>
            </a:r>
            <a:r>
              <a:rPr lang="en">
                <a:solidFill>
                  <a:schemeClr val="lt1"/>
                </a:solidFill>
                <a:latin typeface="Inter"/>
                <a:ea typeface="Inter"/>
                <a:cs typeface="Inter"/>
                <a:sym typeface="Inter"/>
              </a:rPr>
              <a:t> in this AI Agent</a:t>
            </a:r>
            <a:endParaRPr>
              <a:solidFill>
                <a:schemeClr val="lt1"/>
              </a:solidFill>
              <a:latin typeface="Inter"/>
              <a:ea typeface="Inter"/>
              <a:cs typeface="Inter"/>
              <a:sym typeface="Inter"/>
            </a:endParaRPr>
          </a:p>
        </p:txBody>
      </p:sp>
      <p:sp>
        <p:nvSpPr>
          <p:cNvPr id="378" name="Google Shape;378;p59"/>
          <p:cNvSpPr/>
          <p:nvPr/>
        </p:nvSpPr>
        <p:spPr>
          <a:xfrm>
            <a:off x="632100" y="3057175"/>
            <a:ext cx="7532100" cy="1848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n8n</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To create our AI Agent, we used n8n - a workflow automation tool used to automate tasks visually</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Has the ability to integrate with Slack, which allows us to create an agent that doesn’t have to be called from the n8n platform making it more usable</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Has ability to pull supplemental information from outside sources like GitHub to tailor AI Agent functionality</a:t>
            </a:r>
            <a:endParaRPr>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82" name="Shape 382"/>
        <p:cNvGrpSpPr/>
        <p:nvPr/>
      </p:nvGrpSpPr>
      <p:grpSpPr>
        <a:xfrm>
          <a:off x="0" y="0"/>
          <a:ext cx="0" cy="0"/>
          <a:chOff x="0" y="0"/>
          <a:chExt cx="0" cy="0"/>
        </a:xfrm>
      </p:grpSpPr>
      <p:grpSp>
        <p:nvGrpSpPr>
          <p:cNvPr id="383" name="Google Shape;383;p60"/>
          <p:cNvGrpSpPr/>
          <p:nvPr/>
        </p:nvGrpSpPr>
        <p:grpSpPr>
          <a:xfrm>
            <a:off x="65709" y="48723"/>
            <a:ext cx="566400" cy="566400"/>
            <a:chOff x="4915459" y="1944554"/>
            <a:chExt cx="566400" cy="566400"/>
          </a:xfrm>
        </p:grpSpPr>
        <p:sp>
          <p:nvSpPr>
            <p:cNvPr id="384" name="Google Shape;384;p60"/>
            <p:cNvSpPr/>
            <p:nvPr/>
          </p:nvSpPr>
          <p:spPr>
            <a:xfrm>
              <a:off x="4915459" y="1944554"/>
              <a:ext cx="566400" cy="566400"/>
            </a:xfrm>
            <a:prstGeom prst="roundRect">
              <a:avLst>
                <a:gd fmla="val 2246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nvGrpSpPr>
            <p:cNvPr id="385" name="Google Shape;385;p60"/>
            <p:cNvGrpSpPr/>
            <p:nvPr/>
          </p:nvGrpSpPr>
          <p:grpSpPr>
            <a:xfrm>
              <a:off x="5085171" y="2120402"/>
              <a:ext cx="226973" cy="214726"/>
              <a:chOff x="7312075" y="834700"/>
              <a:chExt cx="1022400" cy="966799"/>
            </a:xfrm>
          </p:grpSpPr>
          <p:sp>
            <p:nvSpPr>
              <p:cNvPr descr="A figure eight. " id="386" name="Google Shape;386;p60"/>
              <p:cNvSpPr/>
              <p:nvPr/>
            </p:nvSpPr>
            <p:spPr>
              <a:xfrm>
                <a:off x="7312075" y="834700"/>
                <a:ext cx="1022400" cy="438000"/>
              </a:xfrm>
              <a:prstGeom prst="roundRect">
                <a:avLst>
                  <a:gd fmla="val 50000"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87" name="Google Shape;387;p60"/>
              <p:cNvSpPr/>
              <p:nvPr/>
            </p:nvSpPr>
            <p:spPr>
              <a:xfrm>
                <a:off x="7312075" y="1363499"/>
                <a:ext cx="1022400" cy="438000"/>
              </a:xfrm>
              <a:prstGeom prst="roundRect">
                <a:avLst>
                  <a:gd fmla="val 50000"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grpSp>
      <p:sp>
        <p:nvSpPr>
          <p:cNvPr id="388" name="Google Shape;388;p60"/>
          <p:cNvSpPr txBox="1"/>
          <p:nvPr>
            <p:ph type="title"/>
          </p:nvPr>
        </p:nvSpPr>
        <p:spPr>
          <a:xfrm>
            <a:off x="771575" y="54875"/>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Objectives</a:t>
            </a:r>
            <a:endParaRPr/>
          </a:p>
        </p:txBody>
      </p:sp>
      <p:sp>
        <p:nvSpPr>
          <p:cNvPr id="389" name="Google Shape;389;p60"/>
          <p:cNvSpPr/>
          <p:nvPr/>
        </p:nvSpPr>
        <p:spPr>
          <a:xfrm>
            <a:off x="632100" y="733325"/>
            <a:ext cx="3592200" cy="3831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Goals for the AI Agent</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User can easily determine what recommendations an organization must follow based on where it operates and where the consumer base is located</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User can easily be given possible system upgrades to better meet NIST standards and prevent possible risks</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The AI Agent can be easily accessed </a:t>
            </a:r>
            <a:r>
              <a:rPr lang="en">
                <a:solidFill>
                  <a:schemeClr val="lt1"/>
                </a:solidFill>
                <a:latin typeface="Inter"/>
                <a:ea typeface="Inter"/>
                <a:cs typeface="Inter"/>
                <a:sym typeface="Inter"/>
              </a:rPr>
              <a:t>through</a:t>
            </a:r>
            <a:r>
              <a:rPr lang="en">
                <a:solidFill>
                  <a:schemeClr val="lt1"/>
                </a:solidFill>
                <a:latin typeface="Inter"/>
                <a:ea typeface="Inter"/>
                <a:cs typeface="Inter"/>
                <a:sym typeface="Inter"/>
              </a:rPr>
              <a:t> a secondary platform and is user friendly</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The AI Agent provides output that is readable, concise and accurate</a:t>
            </a:r>
            <a:endParaRPr>
              <a:solidFill>
                <a:schemeClr val="lt1"/>
              </a:solidFill>
              <a:latin typeface="Inter"/>
              <a:ea typeface="Inter"/>
              <a:cs typeface="Inter"/>
              <a:sym typeface="Inter"/>
            </a:endParaRPr>
          </a:p>
        </p:txBody>
      </p:sp>
      <p:sp>
        <p:nvSpPr>
          <p:cNvPr id="390" name="Google Shape;390;p60"/>
          <p:cNvSpPr/>
          <p:nvPr/>
        </p:nvSpPr>
        <p:spPr>
          <a:xfrm>
            <a:off x="4856400" y="733325"/>
            <a:ext cx="3643800" cy="3831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How we achieved this</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Using n8n, we created an AI Agent workflow</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Integrating Slack enables users to use the AI Agent in an accessible manner</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By creating a database in GitHub, we were able to give supplemental information to the AI Agents to provide accurate feedback in a clear manner</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By using the Open AI API and the AI Agent nodes, we automated part of the risk assessment process</a:t>
            </a:r>
            <a:endParaRPr>
              <a:solidFill>
                <a:schemeClr val="lt1"/>
              </a:solidFill>
              <a:latin typeface="Inter"/>
              <a:ea typeface="Inter"/>
              <a:cs typeface="Inter"/>
              <a:sym typeface="Inter"/>
            </a:endParaRPr>
          </a:p>
          <a:p>
            <a:pPr indent="0" lvl="0" marL="0" rtl="0" algn="l">
              <a:spcBef>
                <a:spcPts val="0"/>
              </a:spcBef>
              <a:spcAft>
                <a:spcPts val="0"/>
              </a:spcAft>
              <a:buNone/>
            </a:pPr>
            <a:r>
              <a:t/>
            </a:r>
            <a:endParaRPr b="1">
              <a:solidFill>
                <a:schemeClr val="lt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pSp>
        <p:nvGrpSpPr>
          <p:cNvPr id="395" name="Google Shape;395;p61"/>
          <p:cNvGrpSpPr/>
          <p:nvPr/>
        </p:nvGrpSpPr>
        <p:grpSpPr>
          <a:xfrm>
            <a:off x="86609" y="48723"/>
            <a:ext cx="566400" cy="566400"/>
            <a:chOff x="4245909" y="1944554"/>
            <a:chExt cx="566400" cy="566400"/>
          </a:xfrm>
        </p:grpSpPr>
        <p:sp>
          <p:nvSpPr>
            <p:cNvPr id="396" name="Google Shape;396;p61"/>
            <p:cNvSpPr/>
            <p:nvPr/>
          </p:nvSpPr>
          <p:spPr>
            <a:xfrm>
              <a:off x="4245909" y="1944554"/>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nvGrpSpPr>
            <p:cNvPr id="397" name="Google Shape;397;p61"/>
            <p:cNvGrpSpPr/>
            <p:nvPr/>
          </p:nvGrpSpPr>
          <p:grpSpPr>
            <a:xfrm>
              <a:off x="4250996" y="2101596"/>
              <a:ext cx="556205" cy="252332"/>
              <a:chOff x="4571989" y="769200"/>
              <a:chExt cx="2320422" cy="1052700"/>
            </a:xfrm>
          </p:grpSpPr>
          <p:sp>
            <p:nvSpPr>
              <p:cNvPr id="398" name="Google Shape;398;p61"/>
              <p:cNvSpPr/>
              <p:nvPr/>
            </p:nvSpPr>
            <p:spPr>
              <a:xfrm>
                <a:off x="5691810"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geometric shape. " id="399" name="Google Shape;399;p61"/>
              <p:cNvSpPr/>
              <p:nvPr/>
            </p:nvSpPr>
            <p:spPr>
              <a:xfrm flipH="1">
                <a:off x="4571989"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grpSp>
      <p:sp>
        <p:nvSpPr>
          <p:cNvPr id="400" name="Google Shape;400;p61"/>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Implementation of the Workflow</a:t>
            </a:r>
            <a:endParaRPr/>
          </a:p>
        </p:txBody>
      </p:sp>
      <p:pic>
        <p:nvPicPr>
          <p:cNvPr id="401" name="Google Shape;401;p61" title="Screenshot 2026-04-13 at 1.10.55 PM.png"/>
          <p:cNvPicPr preferRelativeResize="0"/>
          <p:nvPr/>
        </p:nvPicPr>
        <p:blipFill>
          <a:blip r:embed="rId3">
            <a:alphaModFix/>
          </a:blip>
          <a:stretch>
            <a:fillRect/>
          </a:stretch>
        </p:blipFill>
        <p:spPr>
          <a:xfrm>
            <a:off x="88313" y="754550"/>
            <a:ext cx="8967373" cy="398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grpSp>
        <p:nvGrpSpPr>
          <p:cNvPr id="406" name="Google Shape;406;p62"/>
          <p:cNvGrpSpPr/>
          <p:nvPr/>
        </p:nvGrpSpPr>
        <p:grpSpPr>
          <a:xfrm>
            <a:off x="86609" y="48723"/>
            <a:ext cx="566400" cy="566400"/>
            <a:chOff x="4245909" y="1944554"/>
            <a:chExt cx="566400" cy="566400"/>
          </a:xfrm>
        </p:grpSpPr>
        <p:sp>
          <p:nvSpPr>
            <p:cNvPr id="407" name="Google Shape;407;p62"/>
            <p:cNvSpPr/>
            <p:nvPr/>
          </p:nvSpPr>
          <p:spPr>
            <a:xfrm>
              <a:off x="4245909" y="1944554"/>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nvGrpSpPr>
            <p:cNvPr id="408" name="Google Shape;408;p62"/>
            <p:cNvGrpSpPr/>
            <p:nvPr/>
          </p:nvGrpSpPr>
          <p:grpSpPr>
            <a:xfrm>
              <a:off x="4250996" y="2101596"/>
              <a:ext cx="556205" cy="252332"/>
              <a:chOff x="4571989" y="769200"/>
              <a:chExt cx="2320422" cy="1052700"/>
            </a:xfrm>
          </p:grpSpPr>
          <p:sp>
            <p:nvSpPr>
              <p:cNvPr id="409" name="Google Shape;409;p62"/>
              <p:cNvSpPr/>
              <p:nvPr/>
            </p:nvSpPr>
            <p:spPr>
              <a:xfrm>
                <a:off x="5691810"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geometric shape. " id="410" name="Google Shape;410;p62"/>
              <p:cNvSpPr/>
              <p:nvPr/>
            </p:nvSpPr>
            <p:spPr>
              <a:xfrm flipH="1">
                <a:off x="4571989"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grpSp>
      <p:sp>
        <p:nvSpPr>
          <p:cNvPr id="411" name="Google Shape;411;p62"/>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AI Agent Node</a:t>
            </a:r>
            <a:endParaRPr/>
          </a:p>
        </p:txBody>
      </p:sp>
      <p:pic>
        <p:nvPicPr>
          <p:cNvPr id="412" name="Google Shape;412;p62" title="Screenshot 2026-04-09 at 8.24.11 PM.png"/>
          <p:cNvPicPr preferRelativeResize="0"/>
          <p:nvPr/>
        </p:nvPicPr>
        <p:blipFill>
          <a:blip r:embed="rId3">
            <a:alphaModFix/>
          </a:blip>
          <a:stretch>
            <a:fillRect/>
          </a:stretch>
        </p:blipFill>
        <p:spPr>
          <a:xfrm>
            <a:off x="228600" y="1011523"/>
            <a:ext cx="3941109" cy="3752211"/>
          </a:xfrm>
          <a:prstGeom prst="rect">
            <a:avLst/>
          </a:prstGeom>
          <a:noFill/>
          <a:ln>
            <a:noFill/>
          </a:ln>
        </p:spPr>
      </p:pic>
      <p:sp>
        <p:nvSpPr>
          <p:cNvPr id="413" name="Google Shape;413;p62"/>
          <p:cNvSpPr/>
          <p:nvPr/>
        </p:nvSpPr>
        <p:spPr>
          <a:xfrm>
            <a:off x="4572000" y="799125"/>
            <a:ext cx="4213800" cy="1888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How it Works:</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Each AI Agent node has its own system prompt that tailors its functionality</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Tools can be created to be called by the AI Agent when needed (e.g. vector stores)</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We used the OpenAI model </a:t>
            </a:r>
            <a:endParaRPr>
              <a:solidFill>
                <a:schemeClr val="lt1"/>
              </a:solidFill>
              <a:latin typeface="Inter"/>
              <a:ea typeface="Inter"/>
              <a:cs typeface="Inter"/>
              <a:sym typeface="Inter"/>
            </a:endParaRPr>
          </a:p>
        </p:txBody>
      </p:sp>
      <p:sp>
        <p:nvSpPr>
          <p:cNvPr id="414" name="Google Shape;414;p62"/>
          <p:cNvSpPr/>
          <p:nvPr/>
        </p:nvSpPr>
        <p:spPr>
          <a:xfrm>
            <a:off x="4618325" y="2850625"/>
            <a:ext cx="4213800" cy="21276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Agents Used</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Regulation Agent: used to determine what regulations the organization must follow</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Recommendation Agent: Provides recommended changes to a system configuration based on user input</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Summary Agent: creates readable output to send to the user</a:t>
            </a:r>
            <a:endParaRPr>
              <a:solidFill>
                <a:schemeClr val="lt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3"/>
          <p:cNvSpPr/>
          <p:nvPr/>
        </p:nvSpPr>
        <p:spPr>
          <a:xfrm>
            <a:off x="141325" y="2324225"/>
            <a:ext cx="4778100" cy="2590800"/>
          </a:xfrm>
          <a:prstGeom prst="roundRect">
            <a:avLst>
              <a:gd fmla="val 16667" name="adj"/>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Inter"/>
                <a:ea typeface="Inter"/>
                <a:cs typeface="Inter"/>
                <a:sym typeface="Inter"/>
              </a:rPr>
              <a:t>Self Evaluation Form</a:t>
            </a:r>
            <a:endParaRPr b="1">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We are using the form feature on slack to get the user input </a:t>
            </a:r>
            <a:endParaRPr>
              <a:solidFill>
                <a:schemeClr val="lt1"/>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The form includes the following:</a:t>
            </a:r>
            <a:endParaRPr>
              <a:solidFill>
                <a:schemeClr val="lt1"/>
              </a:solidFill>
              <a:latin typeface="Inter"/>
              <a:ea typeface="Inter"/>
              <a:cs typeface="Inter"/>
              <a:sym typeface="Inter"/>
            </a:endParaRPr>
          </a:p>
          <a:p>
            <a:pPr indent="-317500" lvl="1" marL="9144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Location</a:t>
            </a:r>
            <a:endParaRPr>
              <a:solidFill>
                <a:schemeClr val="lt1"/>
              </a:solidFill>
              <a:latin typeface="Inter"/>
              <a:ea typeface="Inter"/>
              <a:cs typeface="Inter"/>
              <a:sym typeface="Inter"/>
            </a:endParaRPr>
          </a:p>
          <a:p>
            <a:pPr indent="-317500" lvl="1" marL="9144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Sector</a:t>
            </a:r>
            <a:endParaRPr>
              <a:solidFill>
                <a:schemeClr val="lt1"/>
              </a:solidFill>
              <a:latin typeface="Inter"/>
              <a:ea typeface="Inter"/>
              <a:cs typeface="Inter"/>
              <a:sym typeface="Inter"/>
            </a:endParaRPr>
          </a:p>
          <a:p>
            <a:pPr indent="-317500" lvl="1" marL="9144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States (if in US)</a:t>
            </a:r>
            <a:endParaRPr>
              <a:solidFill>
                <a:schemeClr val="lt1"/>
              </a:solidFill>
              <a:latin typeface="Inter"/>
              <a:ea typeface="Inter"/>
              <a:cs typeface="Inter"/>
              <a:sym typeface="Inter"/>
            </a:endParaRPr>
          </a:p>
          <a:p>
            <a:pPr indent="-317500" lvl="1" marL="9144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Number of users </a:t>
            </a:r>
            <a:endParaRPr>
              <a:solidFill>
                <a:schemeClr val="lt1"/>
              </a:solidFill>
              <a:latin typeface="Inter"/>
              <a:ea typeface="Inter"/>
              <a:cs typeface="Inter"/>
              <a:sym typeface="Inter"/>
            </a:endParaRPr>
          </a:p>
          <a:p>
            <a:pPr indent="-317500" lvl="1" marL="914400" rtl="0" algn="l">
              <a:spcBef>
                <a:spcPts val="0"/>
              </a:spcBef>
              <a:spcAft>
                <a:spcPts val="0"/>
              </a:spcAft>
              <a:buClr>
                <a:schemeClr val="lt1"/>
              </a:buClr>
              <a:buSzPts val="1400"/>
              <a:buFont typeface="Inter"/>
              <a:buChar char="○"/>
            </a:pPr>
            <a:r>
              <a:rPr lang="en">
                <a:solidFill>
                  <a:schemeClr val="lt1"/>
                </a:solidFill>
                <a:latin typeface="Inter"/>
                <a:ea typeface="Inter"/>
                <a:cs typeface="Inter"/>
                <a:sym typeface="Inter"/>
              </a:rPr>
              <a:t>Self evaluation of the current system configuration - rating and explanation for several aspects of a system configuration</a:t>
            </a:r>
            <a:endParaRPr>
              <a:solidFill>
                <a:schemeClr val="lt1"/>
              </a:solidFill>
              <a:latin typeface="Inter"/>
              <a:ea typeface="Inter"/>
              <a:cs typeface="Inter"/>
              <a:sym typeface="Inter"/>
            </a:endParaRPr>
          </a:p>
        </p:txBody>
      </p:sp>
      <p:sp>
        <p:nvSpPr>
          <p:cNvPr id="420" name="Google Shape;420;p63"/>
          <p:cNvSpPr txBox="1"/>
          <p:nvPr/>
        </p:nvSpPr>
        <p:spPr>
          <a:xfrm>
            <a:off x="260725" y="615125"/>
            <a:ext cx="4539300" cy="1447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We are using Slack to send a receive input and output from the workflow</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Slack was </a:t>
            </a:r>
            <a:r>
              <a:rPr lang="en" sz="1200">
                <a:solidFill>
                  <a:schemeClr val="dk2"/>
                </a:solidFill>
                <a:latin typeface="Inter"/>
                <a:ea typeface="Inter"/>
                <a:cs typeface="Inter"/>
                <a:sym typeface="Inter"/>
              </a:rPr>
              <a:t>chosen</a:t>
            </a:r>
            <a:r>
              <a:rPr lang="en" sz="1200">
                <a:solidFill>
                  <a:schemeClr val="dk2"/>
                </a:solidFill>
                <a:latin typeface="Inter"/>
                <a:ea typeface="Inter"/>
                <a:cs typeface="Inter"/>
                <a:sym typeface="Inter"/>
              </a:rPr>
              <a:t> </a:t>
            </a:r>
            <a:r>
              <a:rPr lang="en" sz="1200">
                <a:solidFill>
                  <a:schemeClr val="dk2"/>
                </a:solidFill>
                <a:latin typeface="Inter"/>
                <a:ea typeface="Inter"/>
                <a:cs typeface="Inter"/>
                <a:sym typeface="Inter"/>
              </a:rPr>
              <a:t>because</a:t>
            </a:r>
            <a:r>
              <a:rPr lang="en" sz="1200">
                <a:solidFill>
                  <a:schemeClr val="dk2"/>
                </a:solidFill>
                <a:latin typeface="Inter"/>
                <a:ea typeface="Inter"/>
                <a:cs typeface="Inter"/>
                <a:sym typeface="Inter"/>
              </a:rPr>
              <a:t> it was the most cost effective while still allowing users without n8n accounts to access the AI Agent</a:t>
            </a:r>
            <a:endParaRPr sz="1200">
              <a:solidFill>
                <a:schemeClr val="dk2"/>
              </a:solidFill>
              <a:latin typeface="Inter"/>
              <a:ea typeface="Inter"/>
              <a:cs typeface="Inter"/>
              <a:sym typeface="Inter"/>
            </a:endParaRPr>
          </a:p>
          <a:p>
            <a:pPr indent="-304800" lvl="0" marL="457200" rtl="0" algn="l">
              <a:spcBef>
                <a:spcPts val="0"/>
              </a:spcBef>
              <a:spcAft>
                <a:spcPts val="0"/>
              </a:spcAft>
              <a:buClr>
                <a:schemeClr val="dk2"/>
              </a:buClr>
              <a:buSzPts val="1200"/>
              <a:buFont typeface="Inter"/>
              <a:buChar char="●"/>
            </a:pPr>
            <a:r>
              <a:rPr lang="en" sz="1200">
                <a:solidFill>
                  <a:schemeClr val="dk2"/>
                </a:solidFill>
                <a:latin typeface="Inter"/>
                <a:ea typeface="Inter"/>
                <a:cs typeface="Inter"/>
                <a:sym typeface="Inter"/>
              </a:rPr>
              <a:t>We created a bot that can be called to begin executing the workflow and running analysis on a user’s input</a:t>
            </a:r>
            <a:endParaRPr sz="1200">
              <a:solidFill>
                <a:schemeClr val="dk2"/>
              </a:solidFill>
              <a:latin typeface="Inter"/>
              <a:ea typeface="Inter"/>
              <a:cs typeface="Inter"/>
              <a:sym typeface="Inter"/>
            </a:endParaRPr>
          </a:p>
        </p:txBody>
      </p:sp>
      <p:grpSp>
        <p:nvGrpSpPr>
          <p:cNvPr id="421" name="Google Shape;421;p63"/>
          <p:cNvGrpSpPr/>
          <p:nvPr/>
        </p:nvGrpSpPr>
        <p:grpSpPr>
          <a:xfrm>
            <a:off x="64859" y="48723"/>
            <a:ext cx="566400" cy="566400"/>
            <a:chOff x="4245909" y="1944554"/>
            <a:chExt cx="566400" cy="566400"/>
          </a:xfrm>
        </p:grpSpPr>
        <p:sp>
          <p:nvSpPr>
            <p:cNvPr id="422" name="Google Shape;422;p63"/>
            <p:cNvSpPr/>
            <p:nvPr/>
          </p:nvSpPr>
          <p:spPr>
            <a:xfrm>
              <a:off x="4245909" y="1944554"/>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nvGrpSpPr>
            <p:cNvPr id="423" name="Google Shape;423;p63"/>
            <p:cNvGrpSpPr/>
            <p:nvPr/>
          </p:nvGrpSpPr>
          <p:grpSpPr>
            <a:xfrm>
              <a:off x="4250996" y="2101596"/>
              <a:ext cx="556205" cy="252332"/>
              <a:chOff x="4571989" y="769200"/>
              <a:chExt cx="2320422" cy="1052700"/>
            </a:xfrm>
          </p:grpSpPr>
          <p:sp>
            <p:nvSpPr>
              <p:cNvPr id="424" name="Google Shape;424;p63"/>
              <p:cNvSpPr/>
              <p:nvPr/>
            </p:nvSpPr>
            <p:spPr>
              <a:xfrm>
                <a:off x="5691810"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geometric shape. " id="425" name="Google Shape;425;p63"/>
              <p:cNvSpPr/>
              <p:nvPr/>
            </p:nvSpPr>
            <p:spPr>
              <a:xfrm flipH="1">
                <a:off x="4571989"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grpSp>
      <p:sp>
        <p:nvSpPr>
          <p:cNvPr id="426" name="Google Shape;426;p63"/>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Slack Channel</a:t>
            </a:r>
            <a:endParaRPr/>
          </a:p>
        </p:txBody>
      </p:sp>
      <p:pic>
        <p:nvPicPr>
          <p:cNvPr id="427" name="Google Shape;427;p63" title="Screenshot 2026-04-10 at 10.13.20 AM.png"/>
          <p:cNvPicPr preferRelativeResize="0"/>
          <p:nvPr/>
        </p:nvPicPr>
        <p:blipFill>
          <a:blip r:embed="rId3">
            <a:alphaModFix/>
          </a:blip>
          <a:stretch>
            <a:fillRect/>
          </a:stretch>
        </p:blipFill>
        <p:spPr>
          <a:xfrm>
            <a:off x="5093940" y="451225"/>
            <a:ext cx="3935061" cy="4463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grpSp>
        <p:nvGrpSpPr>
          <p:cNvPr id="432" name="Google Shape;432;p64"/>
          <p:cNvGrpSpPr/>
          <p:nvPr/>
        </p:nvGrpSpPr>
        <p:grpSpPr>
          <a:xfrm>
            <a:off x="86609" y="48723"/>
            <a:ext cx="566400" cy="566400"/>
            <a:chOff x="4245909" y="1944554"/>
            <a:chExt cx="566400" cy="566400"/>
          </a:xfrm>
        </p:grpSpPr>
        <p:sp>
          <p:nvSpPr>
            <p:cNvPr id="433" name="Google Shape;433;p64"/>
            <p:cNvSpPr/>
            <p:nvPr/>
          </p:nvSpPr>
          <p:spPr>
            <a:xfrm>
              <a:off x="4245909" y="1944554"/>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nvGrpSpPr>
            <p:cNvPr id="434" name="Google Shape;434;p64"/>
            <p:cNvGrpSpPr/>
            <p:nvPr/>
          </p:nvGrpSpPr>
          <p:grpSpPr>
            <a:xfrm>
              <a:off x="4250996" y="2101596"/>
              <a:ext cx="556205" cy="252332"/>
              <a:chOff x="4571989" y="769200"/>
              <a:chExt cx="2320422" cy="1052700"/>
            </a:xfrm>
          </p:grpSpPr>
          <p:sp>
            <p:nvSpPr>
              <p:cNvPr id="435" name="Google Shape;435;p64"/>
              <p:cNvSpPr/>
              <p:nvPr/>
            </p:nvSpPr>
            <p:spPr>
              <a:xfrm>
                <a:off x="5691810"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geometric shape. " id="436" name="Google Shape;436;p64"/>
              <p:cNvSpPr/>
              <p:nvPr/>
            </p:nvSpPr>
            <p:spPr>
              <a:xfrm flipH="1">
                <a:off x="4571989" y="769200"/>
                <a:ext cx="1200600" cy="1052700"/>
              </a:xfrm>
              <a:prstGeom prst="pie">
                <a:avLst>
                  <a:gd fmla="val 5410573"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grpSp>
      <p:sp>
        <p:nvSpPr>
          <p:cNvPr id="437" name="Google Shape;437;p64"/>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Vector Stores</a:t>
            </a:r>
            <a:endParaRPr/>
          </a:p>
        </p:txBody>
      </p:sp>
      <p:pic>
        <p:nvPicPr>
          <p:cNvPr id="438" name="Google Shape;438;p64" title="Screenshot 2026-04-09 at 8.26.38 PM.png"/>
          <p:cNvPicPr preferRelativeResize="0"/>
          <p:nvPr/>
        </p:nvPicPr>
        <p:blipFill>
          <a:blip r:embed="rId3">
            <a:alphaModFix/>
          </a:blip>
          <a:stretch>
            <a:fillRect/>
          </a:stretch>
        </p:blipFill>
        <p:spPr>
          <a:xfrm>
            <a:off x="404850" y="669054"/>
            <a:ext cx="8334310" cy="2327747"/>
          </a:xfrm>
          <a:prstGeom prst="rect">
            <a:avLst/>
          </a:prstGeom>
          <a:noFill/>
          <a:ln>
            <a:noFill/>
          </a:ln>
        </p:spPr>
      </p:pic>
      <p:sp>
        <p:nvSpPr>
          <p:cNvPr id="439" name="Google Shape;439;p64"/>
          <p:cNvSpPr/>
          <p:nvPr/>
        </p:nvSpPr>
        <p:spPr>
          <a:xfrm>
            <a:off x="404850" y="3171750"/>
            <a:ext cx="8380800" cy="17433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Inter"/>
                <a:ea typeface="Inter"/>
                <a:cs typeface="Inter"/>
                <a:sym typeface="Inter"/>
              </a:rPr>
              <a:t>Vector Stores:</a:t>
            </a:r>
            <a:endParaRPr b="1"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Built out our GitHub repository with different directories containing information about data privacy regulations and NIST recommendations</a:t>
            </a:r>
            <a:endParaRPr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Formatted as JSONs for easy parsing by the AI Agent and to make appending new </a:t>
            </a:r>
            <a:r>
              <a:rPr lang="en" sz="1300">
                <a:solidFill>
                  <a:schemeClr val="lt1"/>
                </a:solidFill>
                <a:latin typeface="Inter"/>
                <a:ea typeface="Inter"/>
                <a:cs typeface="Inter"/>
                <a:sym typeface="Inter"/>
              </a:rPr>
              <a:t>information</a:t>
            </a:r>
            <a:r>
              <a:rPr lang="en" sz="1300">
                <a:solidFill>
                  <a:schemeClr val="lt1"/>
                </a:solidFill>
                <a:latin typeface="Inter"/>
                <a:ea typeface="Inter"/>
                <a:cs typeface="Inter"/>
                <a:sym typeface="Inter"/>
              </a:rPr>
              <a:t> easy</a:t>
            </a:r>
            <a:endParaRPr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Called to the vector stores in workflow using HTTP Requests</a:t>
            </a:r>
            <a:endParaRPr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AI Agents then call these vector stores as tools to get information need to create an output</a:t>
            </a:r>
            <a:endParaRPr sz="1300">
              <a:solidFill>
                <a:schemeClr val="lt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43" name="Shape 443"/>
        <p:cNvGrpSpPr/>
        <p:nvPr/>
      </p:nvGrpSpPr>
      <p:grpSpPr>
        <a:xfrm>
          <a:off x="0" y="0"/>
          <a:ext cx="0" cy="0"/>
          <a:chOff x="0" y="0"/>
          <a:chExt cx="0" cy="0"/>
        </a:xfrm>
      </p:grpSpPr>
      <p:grpSp>
        <p:nvGrpSpPr>
          <p:cNvPr id="444" name="Google Shape;444;p65"/>
          <p:cNvGrpSpPr/>
          <p:nvPr/>
        </p:nvGrpSpPr>
        <p:grpSpPr>
          <a:xfrm>
            <a:off x="90313" y="48723"/>
            <a:ext cx="566400" cy="566400"/>
            <a:chOff x="3576338" y="1944554"/>
            <a:chExt cx="566400" cy="566400"/>
          </a:xfrm>
        </p:grpSpPr>
        <p:sp>
          <p:nvSpPr>
            <p:cNvPr id="445" name="Google Shape;445;p65"/>
            <p:cNvSpPr/>
            <p:nvPr/>
          </p:nvSpPr>
          <p:spPr>
            <a:xfrm>
              <a:off x="3576338" y="1944554"/>
              <a:ext cx="566400" cy="566400"/>
            </a:xfrm>
            <a:prstGeom prst="roundRect">
              <a:avLst>
                <a:gd fmla="val 2246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donut shape. " id="446" name="Google Shape;446;p65"/>
            <p:cNvSpPr/>
            <p:nvPr/>
          </p:nvSpPr>
          <p:spPr>
            <a:xfrm>
              <a:off x="3725578" y="2093804"/>
              <a:ext cx="267900" cy="267900"/>
            </a:xfrm>
            <a:prstGeom prst="donut">
              <a:avLst>
                <a:gd fmla="val 25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sp>
        <p:nvSpPr>
          <p:cNvPr id="447" name="Google Shape;447;p65"/>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rPr>
              <a:t>Setbacks</a:t>
            </a:r>
            <a:endParaRPr>
              <a:solidFill>
                <a:schemeClr val="lt1"/>
              </a:solidFill>
            </a:endParaRPr>
          </a:p>
        </p:txBody>
      </p:sp>
      <p:sp>
        <p:nvSpPr>
          <p:cNvPr id="448" name="Google Shape;448;p65"/>
          <p:cNvSpPr/>
          <p:nvPr/>
        </p:nvSpPr>
        <p:spPr>
          <a:xfrm>
            <a:off x="640475" y="774625"/>
            <a:ext cx="3253200" cy="18486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1"/>
                </a:solidFill>
                <a:latin typeface="Inter"/>
                <a:ea typeface="Inter"/>
                <a:cs typeface="Inter"/>
                <a:sym typeface="Inter"/>
              </a:rPr>
              <a:t>n8n Learning Curve</a:t>
            </a:r>
            <a:endParaRPr b="1">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Took some time understanding how the nodes functioned</a:t>
            </a:r>
            <a:endParaRPr>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Had to shift plans a few times because of the functionality in n8n</a:t>
            </a:r>
            <a:endParaRPr>
              <a:solidFill>
                <a:schemeClr val="accent1"/>
              </a:solidFill>
              <a:latin typeface="Inter"/>
              <a:ea typeface="Inter"/>
              <a:cs typeface="Inter"/>
              <a:sym typeface="Inter"/>
            </a:endParaRPr>
          </a:p>
          <a:p>
            <a:pPr indent="0" lvl="0" marL="0" rtl="0" algn="l">
              <a:spcBef>
                <a:spcPts val="0"/>
              </a:spcBef>
              <a:spcAft>
                <a:spcPts val="0"/>
              </a:spcAft>
              <a:buNone/>
            </a:pPr>
            <a:r>
              <a:t/>
            </a:r>
            <a:endParaRPr>
              <a:solidFill>
                <a:schemeClr val="accent1"/>
              </a:solidFill>
              <a:latin typeface="Inter"/>
              <a:ea typeface="Inter"/>
              <a:cs typeface="Inter"/>
              <a:sym typeface="Inter"/>
            </a:endParaRPr>
          </a:p>
        </p:txBody>
      </p:sp>
      <p:sp>
        <p:nvSpPr>
          <p:cNvPr id="449" name="Google Shape;449;p65"/>
          <p:cNvSpPr/>
          <p:nvPr/>
        </p:nvSpPr>
        <p:spPr>
          <a:xfrm>
            <a:off x="640475" y="2974550"/>
            <a:ext cx="3253200" cy="18486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1"/>
                </a:solidFill>
                <a:latin typeface="Inter"/>
                <a:ea typeface="Inter"/>
                <a:cs typeface="Inter"/>
                <a:sym typeface="Inter"/>
              </a:rPr>
              <a:t>Getting User Input</a:t>
            </a:r>
            <a:endParaRPr b="1">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Originally was testing using the built in chat feature in n8n</a:t>
            </a:r>
            <a:endParaRPr>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Had to develop a new way for users to talk to AI Agent for usability</a:t>
            </a:r>
            <a:endParaRPr>
              <a:solidFill>
                <a:schemeClr val="accent1"/>
              </a:solidFill>
              <a:latin typeface="Inter"/>
              <a:ea typeface="Inter"/>
              <a:cs typeface="Inter"/>
              <a:sym typeface="Inter"/>
            </a:endParaRPr>
          </a:p>
          <a:p>
            <a:pPr indent="0" lvl="0" marL="0" rtl="0" algn="l">
              <a:spcBef>
                <a:spcPts val="0"/>
              </a:spcBef>
              <a:spcAft>
                <a:spcPts val="0"/>
              </a:spcAft>
              <a:buNone/>
            </a:pPr>
            <a:r>
              <a:t/>
            </a:r>
            <a:endParaRPr>
              <a:solidFill>
                <a:schemeClr val="accent1"/>
              </a:solidFill>
              <a:latin typeface="Inter"/>
              <a:ea typeface="Inter"/>
              <a:cs typeface="Inter"/>
              <a:sym typeface="Inter"/>
            </a:endParaRPr>
          </a:p>
        </p:txBody>
      </p:sp>
      <p:sp>
        <p:nvSpPr>
          <p:cNvPr id="450" name="Google Shape;450;p65"/>
          <p:cNvSpPr/>
          <p:nvPr/>
        </p:nvSpPr>
        <p:spPr>
          <a:xfrm>
            <a:off x="4859700" y="774625"/>
            <a:ext cx="3253200" cy="18486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1"/>
                </a:solidFill>
                <a:latin typeface="Inter"/>
                <a:ea typeface="Inter"/>
                <a:cs typeface="Inter"/>
                <a:sym typeface="Inter"/>
              </a:rPr>
              <a:t>Parsing User Input Correctly</a:t>
            </a:r>
            <a:endParaRPr b="1">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Had difficulty originally correctly parsing AI Agent because tools we were using often </a:t>
            </a:r>
            <a:r>
              <a:rPr lang="en">
                <a:solidFill>
                  <a:schemeClr val="accent1"/>
                </a:solidFill>
                <a:latin typeface="Inter"/>
                <a:ea typeface="Inter"/>
                <a:cs typeface="Inter"/>
                <a:sym typeface="Inter"/>
              </a:rPr>
              <a:t>inferred</a:t>
            </a:r>
            <a:r>
              <a:rPr lang="en">
                <a:solidFill>
                  <a:schemeClr val="accent1"/>
                </a:solidFill>
                <a:latin typeface="Inter"/>
                <a:ea typeface="Inter"/>
                <a:cs typeface="Inter"/>
                <a:sym typeface="Inter"/>
              </a:rPr>
              <a:t> things</a:t>
            </a:r>
            <a:endParaRPr>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Had to rework how users input info for accuracy</a:t>
            </a:r>
            <a:endParaRPr>
              <a:solidFill>
                <a:schemeClr val="accent1"/>
              </a:solidFill>
              <a:latin typeface="Inter"/>
              <a:ea typeface="Inter"/>
              <a:cs typeface="Inter"/>
              <a:sym typeface="Inter"/>
            </a:endParaRPr>
          </a:p>
          <a:p>
            <a:pPr indent="0" lvl="0" marL="0" rtl="0" algn="l">
              <a:spcBef>
                <a:spcPts val="0"/>
              </a:spcBef>
              <a:spcAft>
                <a:spcPts val="0"/>
              </a:spcAft>
              <a:buNone/>
            </a:pPr>
            <a:r>
              <a:t/>
            </a:r>
            <a:endParaRPr>
              <a:solidFill>
                <a:schemeClr val="accent1"/>
              </a:solidFill>
              <a:latin typeface="Inter"/>
              <a:ea typeface="Inter"/>
              <a:cs typeface="Inter"/>
              <a:sym typeface="Inter"/>
            </a:endParaRPr>
          </a:p>
        </p:txBody>
      </p:sp>
      <p:sp>
        <p:nvSpPr>
          <p:cNvPr id="451" name="Google Shape;451;p65"/>
          <p:cNvSpPr/>
          <p:nvPr/>
        </p:nvSpPr>
        <p:spPr>
          <a:xfrm>
            <a:off x="4859700" y="2974550"/>
            <a:ext cx="3253200" cy="18486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1"/>
                </a:solidFill>
                <a:latin typeface="Inter"/>
                <a:ea typeface="Inter"/>
                <a:cs typeface="Inter"/>
                <a:sym typeface="Inter"/>
              </a:rPr>
              <a:t>Getting Correct Output</a:t>
            </a:r>
            <a:endParaRPr b="1">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Originally only had one AI Agent for the whole workflow</a:t>
            </a:r>
            <a:endParaRPr>
              <a:solidFill>
                <a:schemeClr val="accent1"/>
              </a:solidFill>
              <a:latin typeface="Inter"/>
              <a:ea typeface="Inter"/>
              <a:cs typeface="Inter"/>
              <a:sym typeface="Inter"/>
            </a:endParaRPr>
          </a:p>
          <a:p>
            <a:pPr indent="-317500" lvl="0" marL="457200" rtl="0" algn="l">
              <a:spcBef>
                <a:spcPts val="0"/>
              </a:spcBef>
              <a:spcAft>
                <a:spcPts val="0"/>
              </a:spcAft>
              <a:buClr>
                <a:schemeClr val="accent1"/>
              </a:buClr>
              <a:buSzPts val="1400"/>
              <a:buFont typeface="Inter"/>
              <a:buChar char="●"/>
            </a:pPr>
            <a:r>
              <a:rPr lang="en">
                <a:solidFill>
                  <a:schemeClr val="accent1"/>
                </a:solidFill>
                <a:latin typeface="Inter"/>
                <a:ea typeface="Inter"/>
                <a:cs typeface="Inter"/>
                <a:sym typeface="Inter"/>
              </a:rPr>
              <a:t>Split it up into three in order to make the final output more concise and readable for usability</a:t>
            </a:r>
            <a:endParaRPr>
              <a:solidFill>
                <a:schemeClr val="accent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55" name="Shape 455"/>
        <p:cNvGrpSpPr/>
        <p:nvPr/>
      </p:nvGrpSpPr>
      <p:grpSpPr>
        <a:xfrm>
          <a:off x="0" y="0"/>
          <a:ext cx="0" cy="0"/>
          <a:chOff x="0" y="0"/>
          <a:chExt cx="0" cy="0"/>
        </a:xfrm>
      </p:grpSpPr>
      <p:grpSp>
        <p:nvGrpSpPr>
          <p:cNvPr id="456" name="Google Shape;456;p66"/>
          <p:cNvGrpSpPr/>
          <p:nvPr/>
        </p:nvGrpSpPr>
        <p:grpSpPr>
          <a:xfrm>
            <a:off x="61938" y="48723"/>
            <a:ext cx="566400" cy="566400"/>
            <a:chOff x="8349009" y="4345925"/>
            <a:chExt cx="566400" cy="566400"/>
          </a:xfrm>
        </p:grpSpPr>
        <p:sp>
          <p:nvSpPr>
            <p:cNvPr id="457" name="Google Shape;457;p66"/>
            <p:cNvSpPr/>
            <p:nvPr/>
          </p:nvSpPr>
          <p:spPr>
            <a:xfrm>
              <a:off x="8349009" y="4345925"/>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donut shape" id="458" name="Google Shape;458;p66"/>
            <p:cNvSpPr/>
            <p:nvPr/>
          </p:nvSpPr>
          <p:spPr>
            <a:xfrm>
              <a:off x="8498249" y="4495175"/>
              <a:ext cx="267900" cy="267900"/>
            </a:xfrm>
            <a:prstGeom prst="donut">
              <a:avLst>
                <a:gd fmla="val 25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sp>
        <p:nvSpPr>
          <p:cNvPr id="459" name="Google Shape;459;p66"/>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Self Evaluation Example</a:t>
            </a:r>
            <a:endParaRPr/>
          </a:p>
        </p:txBody>
      </p:sp>
      <p:sp>
        <p:nvSpPr>
          <p:cNvPr id="460" name="Google Shape;460;p66"/>
          <p:cNvSpPr/>
          <p:nvPr/>
        </p:nvSpPr>
        <p:spPr>
          <a:xfrm>
            <a:off x="175575" y="702325"/>
            <a:ext cx="4193400" cy="43263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Inter"/>
                <a:ea typeface="Inter"/>
                <a:cs typeface="Inter"/>
                <a:sym typeface="Inter"/>
              </a:rPr>
              <a:t>Asset and Inventory</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4:</a:t>
            </a:r>
            <a:r>
              <a:rPr b="1" lang="en" sz="1000">
                <a:solidFill>
                  <a:schemeClr val="lt1"/>
                </a:solidFill>
                <a:latin typeface="Inter"/>
                <a:ea typeface="Inter"/>
                <a:cs typeface="Inter"/>
                <a:sym typeface="Inter"/>
              </a:rPr>
              <a:t>  </a:t>
            </a:r>
            <a:r>
              <a:rPr lang="en" sz="1000">
                <a:solidFill>
                  <a:schemeClr val="lt1"/>
                </a:solidFill>
                <a:latin typeface="Inter"/>
                <a:ea typeface="Inter"/>
                <a:cs typeface="Inter"/>
                <a:sym typeface="Inter"/>
              </a:rPr>
              <a:t>We maintain an asset inventory but it is partially manual, missing cloud resources and transient containers; ownership is not consistently assigned.</a:t>
            </a:r>
            <a:endParaRPr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IAM</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5</a:t>
            </a:r>
            <a:r>
              <a:rPr b="1" lang="en" sz="1000">
                <a:solidFill>
                  <a:schemeClr val="accent1"/>
                </a:solidFill>
                <a:highlight>
                  <a:schemeClr val="lt1"/>
                </a:highlight>
                <a:latin typeface="Inter"/>
                <a:ea typeface="Inter"/>
                <a:cs typeface="Inter"/>
                <a:sym typeface="Inter"/>
              </a:rPr>
              <a:t>:</a:t>
            </a:r>
            <a:r>
              <a:rPr b="1" lang="en" sz="1000">
                <a:solidFill>
                  <a:schemeClr val="lt1"/>
                </a:solidFill>
                <a:latin typeface="Inter"/>
                <a:ea typeface="Inter"/>
                <a:cs typeface="Inter"/>
                <a:sym typeface="Inter"/>
              </a:rPr>
              <a:t> </a:t>
            </a:r>
            <a:r>
              <a:rPr lang="en" sz="1000">
                <a:solidFill>
                  <a:schemeClr val="lt1"/>
                </a:solidFill>
                <a:latin typeface="Inter"/>
                <a:ea typeface="Inter"/>
                <a:cs typeface="Inter"/>
                <a:sym typeface="Inter"/>
              </a:rPr>
              <a:t>I don’t know</a:t>
            </a:r>
            <a:endParaRPr b="1"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Authentication and Authorization</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3:</a:t>
            </a:r>
            <a:r>
              <a:rPr lang="en" sz="1000">
                <a:solidFill>
                  <a:schemeClr val="lt1"/>
                </a:solidFill>
                <a:latin typeface="Inter"/>
                <a:ea typeface="Inter"/>
                <a:cs typeface="Inter"/>
                <a:sym typeface="Inter"/>
              </a:rPr>
              <a:t> MFA is enforced for interactive users but not for API/service keys; token rotation policies are informal and rarely audited</a:t>
            </a:r>
            <a:endParaRPr b="1"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Network and Perimeter</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6</a:t>
            </a:r>
            <a:r>
              <a:rPr b="1" lang="en" sz="1000">
                <a:solidFill>
                  <a:schemeClr val="accent1"/>
                </a:solidFill>
                <a:highlight>
                  <a:schemeClr val="lt1"/>
                </a:highlight>
                <a:latin typeface="Inter"/>
                <a:ea typeface="Inter"/>
                <a:cs typeface="Inter"/>
                <a:sym typeface="Inter"/>
              </a:rPr>
              <a:t>:</a:t>
            </a:r>
            <a:r>
              <a:rPr b="1" lang="en" sz="1000">
                <a:solidFill>
                  <a:schemeClr val="lt1"/>
                </a:solidFill>
                <a:latin typeface="Inter"/>
                <a:ea typeface="Inter"/>
                <a:cs typeface="Inter"/>
                <a:sym typeface="Inter"/>
              </a:rPr>
              <a:t> </a:t>
            </a:r>
            <a:r>
              <a:rPr lang="en" sz="1000">
                <a:solidFill>
                  <a:schemeClr val="lt1"/>
                </a:solidFill>
                <a:latin typeface="Inter"/>
                <a:ea typeface="Inter"/>
                <a:cs typeface="Inter"/>
                <a:sym typeface="Inter"/>
              </a:rPr>
              <a:t>Network segmentation is applied to major tiers; however, some legacy public-facing services and broad security group rules remain.</a:t>
            </a:r>
            <a:endParaRPr b="1"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Endpoint and Host Security</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7:</a:t>
            </a:r>
            <a:r>
              <a:rPr lang="en" sz="1000">
                <a:solidFill>
                  <a:schemeClr val="lt1"/>
                </a:solidFill>
                <a:latin typeface="Inter"/>
                <a:ea typeface="Inter"/>
                <a:cs typeface="Inter"/>
                <a:sym typeface="Inter"/>
              </a:rPr>
              <a:t> EDR agents deployed company-wide and baseline hardening exists, but patching cadence varies across teams and some endpoints lack full coverage.</a:t>
            </a:r>
            <a:endParaRPr b="1"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Application Security</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5:</a:t>
            </a:r>
            <a:r>
              <a:rPr lang="en" sz="1000">
                <a:solidFill>
                  <a:schemeClr val="lt1"/>
                </a:solidFill>
                <a:latin typeface="Inter"/>
                <a:ea typeface="Inter"/>
                <a:cs typeface="Inter"/>
                <a:sym typeface="Inter"/>
              </a:rPr>
              <a:t> I don’t know</a:t>
            </a:r>
            <a:endParaRPr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Data Protection and Encryption</a:t>
            </a:r>
            <a:endParaRPr b="1" sz="10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2"/>
                </a:highlight>
                <a:latin typeface="Inter"/>
                <a:ea typeface="Inter"/>
                <a:cs typeface="Inter"/>
                <a:sym typeface="Inter"/>
              </a:rPr>
              <a:t>4:</a:t>
            </a:r>
            <a:r>
              <a:rPr lang="en" sz="1000">
                <a:solidFill>
                  <a:schemeClr val="accent1"/>
                </a:solidFill>
                <a:latin typeface="Inter"/>
                <a:ea typeface="Inter"/>
                <a:cs typeface="Inter"/>
                <a:sym typeface="Inter"/>
              </a:rPr>
              <a:t> </a:t>
            </a:r>
            <a:r>
              <a:rPr lang="en" sz="1000">
                <a:solidFill>
                  <a:schemeClr val="lt1"/>
                </a:solidFill>
                <a:latin typeface="Inter"/>
                <a:ea typeface="Inter"/>
                <a:cs typeface="Inter"/>
                <a:sym typeface="Inter"/>
              </a:rPr>
              <a:t>Sensitive data is encrypted at rest in major stores, but some backups and data exports are not encrypted and key rotation practices are immature.</a:t>
            </a:r>
            <a:endParaRPr b="1" sz="1000">
              <a:solidFill>
                <a:schemeClr val="lt1"/>
              </a:solidFill>
              <a:latin typeface="Inter"/>
              <a:ea typeface="Inter"/>
              <a:cs typeface="Inter"/>
              <a:sym typeface="Inter"/>
            </a:endParaRPr>
          </a:p>
          <a:p>
            <a:pPr indent="0" lvl="0" marL="0" rtl="0" algn="l">
              <a:spcBef>
                <a:spcPts val="0"/>
              </a:spcBef>
              <a:spcAft>
                <a:spcPts val="0"/>
              </a:spcAft>
              <a:buNone/>
            </a:pPr>
            <a:r>
              <a:t/>
            </a:r>
            <a:endParaRPr b="1" sz="1000">
              <a:solidFill>
                <a:schemeClr val="lt1"/>
              </a:solidFill>
              <a:latin typeface="Inter"/>
              <a:ea typeface="Inter"/>
              <a:cs typeface="Inter"/>
              <a:sym typeface="Inter"/>
            </a:endParaRPr>
          </a:p>
        </p:txBody>
      </p:sp>
      <p:sp>
        <p:nvSpPr>
          <p:cNvPr id="461" name="Google Shape;461;p66"/>
          <p:cNvSpPr/>
          <p:nvPr/>
        </p:nvSpPr>
        <p:spPr>
          <a:xfrm>
            <a:off x="4664675" y="702375"/>
            <a:ext cx="4121100" cy="43263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100">
              <a:solidFill>
                <a:schemeClr val="lt1"/>
              </a:solidFill>
              <a:latin typeface="Inter"/>
              <a:ea typeface="Inter"/>
              <a:cs typeface="Inter"/>
              <a:sym typeface="Inter"/>
            </a:endParaRPr>
          </a:p>
          <a:p>
            <a:pPr indent="0" lvl="0" marL="0" rtl="0" algn="l">
              <a:spcBef>
                <a:spcPts val="0"/>
              </a:spcBef>
              <a:spcAft>
                <a:spcPts val="0"/>
              </a:spcAft>
              <a:buNone/>
            </a:pPr>
            <a:r>
              <a:rPr b="1" lang="en" sz="1100">
                <a:solidFill>
                  <a:schemeClr val="lt1"/>
                </a:solidFill>
                <a:latin typeface="Inter"/>
                <a:ea typeface="Inter"/>
                <a:cs typeface="Inter"/>
                <a:sym typeface="Inter"/>
              </a:rPr>
              <a:t>Backups and Recovery</a:t>
            </a:r>
            <a:endParaRPr b="1" sz="11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6:</a:t>
            </a:r>
            <a:r>
              <a:rPr lang="en" sz="1000">
                <a:solidFill>
                  <a:schemeClr val="lt1"/>
                </a:solidFill>
                <a:latin typeface="Inter"/>
                <a:ea typeface="Inter"/>
                <a:cs typeface="Inter"/>
                <a:sym typeface="Inter"/>
              </a:rPr>
              <a:t> Backups are taken regularly and stored offsite, but restore tests are infrequent and RTO/RPO targets are not validated.</a:t>
            </a:r>
            <a:endParaRPr b="1" sz="1100">
              <a:solidFill>
                <a:schemeClr val="lt1"/>
              </a:solidFill>
              <a:latin typeface="Inter"/>
              <a:ea typeface="Inter"/>
              <a:cs typeface="Inter"/>
              <a:sym typeface="Inter"/>
            </a:endParaRPr>
          </a:p>
          <a:p>
            <a:pPr indent="0" lvl="0" marL="0" rtl="0" algn="l">
              <a:spcBef>
                <a:spcPts val="0"/>
              </a:spcBef>
              <a:spcAft>
                <a:spcPts val="0"/>
              </a:spcAft>
              <a:buNone/>
            </a:pPr>
            <a:r>
              <a:rPr b="1" lang="en" sz="1100">
                <a:solidFill>
                  <a:schemeClr val="lt1"/>
                </a:solidFill>
                <a:latin typeface="Inter"/>
                <a:ea typeface="Inter"/>
                <a:cs typeface="Inter"/>
                <a:sym typeface="Inter"/>
              </a:rPr>
              <a:t>Logging, Monitoring, and Detection</a:t>
            </a:r>
            <a:endParaRPr b="1" sz="11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3:</a:t>
            </a:r>
            <a:r>
              <a:rPr lang="en" sz="1000">
                <a:solidFill>
                  <a:schemeClr val="lt1"/>
                </a:solidFill>
                <a:latin typeface="Inter"/>
                <a:ea typeface="Inter"/>
                <a:cs typeface="Inter"/>
                <a:sym typeface="Inter"/>
              </a:rPr>
              <a:t> Centralized logging exists but retention and coverage are incomplete; alerting thresholds produce many false positives and incident detection is slow</a:t>
            </a:r>
            <a:endParaRPr b="1" sz="1100">
              <a:solidFill>
                <a:schemeClr val="lt1"/>
              </a:solidFill>
              <a:latin typeface="Inter"/>
              <a:ea typeface="Inter"/>
              <a:cs typeface="Inter"/>
              <a:sym typeface="Inter"/>
            </a:endParaRPr>
          </a:p>
          <a:p>
            <a:pPr indent="0" lvl="0" marL="0" rtl="0" algn="l">
              <a:spcBef>
                <a:spcPts val="0"/>
              </a:spcBef>
              <a:spcAft>
                <a:spcPts val="0"/>
              </a:spcAft>
              <a:buNone/>
            </a:pPr>
            <a:r>
              <a:rPr b="1" lang="en" sz="1100">
                <a:solidFill>
                  <a:schemeClr val="lt1"/>
                </a:solidFill>
                <a:latin typeface="Inter"/>
                <a:ea typeface="Inter"/>
                <a:cs typeface="Inter"/>
                <a:sym typeface="Inter"/>
              </a:rPr>
              <a:t>Incident Response and Forensics</a:t>
            </a:r>
            <a:endParaRPr b="1" sz="11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4:</a:t>
            </a:r>
            <a:r>
              <a:rPr lang="en" sz="1000">
                <a:solidFill>
                  <a:schemeClr val="lt1"/>
                </a:solidFill>
                <a:latin typeface="Inter"/>
                <a:ea typeface="Inter"/>
                <a:cs typeface="Inter"/>
                <a:sym typeface="Inter"/>
              </a:rPr>
              <a:t> An incident response plan exists but exercises are rare, roles are not fully practiced, and forensic data collection processes are ad hoc</a:t>
            </a:r>
            <a:endParaRPr sz="1100">
              <a:solidFill>
                <a:schemeClr val="lt1"/>
              </a:solidFill>
              <a:latin typeface="Inter"/>
              <a:ea typeface="Inter"/>
              <a:cs typeface="Inter"/>
              <a:sym typeface="Inter"/>
            </a:endParaRPr>
          </a:p>
          <a:p>
            <a:pPr indent="0" lvl="0" marL="0" rtl="0" algn="l">
              <a:spcBef>
                <a:spcPts val="0"/>
              </a:spcBef>
              <a:spcAft>
                <a:spcPts val="0"/>
              </a:spcAft>
              <a:buNone/>
            </a:pPr>
            <a:r>
              <a:rPr b="1" lang="en" sz="1100">
                <a:solidFill>
                  <a:schemeClr val="lt1"/>
                </a:solidFill>
                <a:latin typeface="Inter"/>
                <a:ea typeface="Inter"/>
                <a:cs typeface="Inter"/>
                <a:sym typeface="Inter"/>
              </a:rPr>
              <a:t>Vulnerability Management and Patch Process</a:t>
            </a:r>
            <a:endParaRPr b="1" sz="11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5:</a:t>
            </a:r>
            <a:r>
              <a:rPr lang="en" sz="1000">
                <a:solidFill>
                  <a:schemeClr val="lt1"/>
                </a:solidFill>
                <a:latin typeface="Inter"/>
                <a:ea typeface="Inter"/>
                <a:cs typeface="Inter"/>
                <a:sym typeface="Inter"/>
              </a:rPr>
              <a:t> I don’t know</a:t>
            </a:r>
            <a:endParaRPr sz="1100">
              <a:solidFill>
                <a:schemeClr val="lt1"/>
              </a:solidFill>
              <a:latin typeface="Inter"/>
              <a:ea typeface="Inter"/>
              <a:cs typeface="Inter"/>
              <a:sym typeface="Inter"/>
            </a:endParaRPr>
          </a:p>
          <a:p>
            <a:pPr indent="0" lvl="0" marL="0" rtl="0" algn="l">
              <a:spcBef>
                <a:spcPts val="0"/>
              </a:spcBef>
              <a:spcAft>
                <a:spcPts val="0"/>
              </a:spcAft>
              <a:buNone/>
            </a:pPr>
            <a:r>
              <a:rPr b="1" lang="en" sz="1100">
                <a:solidFill>
                  <a:schemeClr val="lt1"/>
                </a:solidFill>
                <a:latin typeface="Inter"/>
                <a:ea typeface="Inter"/>
                <a:cs typeface="Inter"/>
                <a:sym typeface="Inter"/>
              </a:rPr>
              <a:t>Physical and Environmental Controls</a:t>
            </a:r>
            <a:endParaRPr b="1" sz="1100">
              <a:solidFill>
                <a:schemeClr val="lt1"/>
              </a:solidFill>
              <a:latin typeface="Inter"/>
              <a:ea typeface="Inter"/>
              <a:cs typeface="Inter"/>
              <a:sym typeface="Inter"/>
            </a:endParaRPr>
          </a:p>
          <a:p>
            <a:pPr indent="-292100" lvl="0" marL="457200" rtl="0" algn="l">
              <a:spcBef>
                <a:spcPts val="0"/>
              </a:spcBef>
              <a:spcAft>
                <a:spcPts val="0"/>
              </a:spcAft>
              <a:buClr>
                <a:schemeClr val="lt1"/>
              </a:buClr>
              <a:buSzPts val="1000"/>
              <a:buFont typeface="Inter"/>
              <a:buChar char="●"/>
            </a:pPr>
            <a:r>
              <a:rPr lang="en" sz="1000">
                <a:solidFill>
                  <a:schemeClr val="accent1"/>
                </a:solidFill>
                <a:highlight>
                  <a:schemeClr val="lt1"/>
                </a:highlight>
                <a:latin typeface="Inter"/>
                <a:ea typeface="Inter"/>
                <a:cs typeface="Inter"/>
                <a:sym typeface="Inter"/>
              </a:rPr>
              <a:t>8:</a:t>
            </a:r>
            <a:r>
              <a:rPr lang="en" sz="1000">
                <a:solidFill>
                  <a:schemeClr val="lt1"/>
                </a:solidFill>
                <a:latin typeface="Inter"/>
                <a:ea typeface="Inter"/>
                <a:cs typeface="Inter"/>
                <a:sym typeface="Inter"/>
              </a:rPr>
              <a:t> Data center access controls, CCTV, and environmental monitoring are in place; some branch offices have less rigorous physical controls.</a:t>
            </a:r>
            <a:endParaRPr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Location: </a:t>
            </a:r>
            <a:r>
              <a:rPr lang="en" sz="1000">
                <a:solidFill>
                  <a:schemeClr val="lt1"/>
                </a:solidFill>
                <a:latin typeface="Inter"/>
                <a:ea typeface="Inter"/>
                <a:cs typeface="Inter"/>
                <a:sym typeface="Inter"/>
              </a:rPr>
              <a:t>US</a:t>
            </a:r>
            <a:endParaRPr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Sector: </a:t>
            </a:r>
            <a:r>
              <a:rPr lang="en" sz="1000">
                <a:solidFill>
                  <a:schemeClr val="lt1"/>
                </a:solidFill>
                <a:latin typeface="Inter"/>
                <a:ea typeface="Inter"/>
                <a:cs typeface="Inter"/>
                <a:sym typeface="Inter"/>
              </a:rPr>
              <a:t>Business</a:t>
            </a:r>
            <a:endParaRPr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State(s): </a:t>
            </a:r>
            <a:r>
              <a:rPr lang="en" sz="1000">
                <a:solidFill>
                  <a:schemeClr val="lt1"/>
                </a:solidFill>
                <a:latin typeface="Inter"/>
                <a:ea typeface="Inter"/>
                <a:cs typeface="Inter"/>
                <a:sym typeface="Inter"/>
              </a:rPr>
              <a:t>California</a:t>
            </a:r>
            <a:endParaRPr sz="1000">
              <a:solidFill>
                <a:schemeClr val="lt1"/>
              </a:solidFill>
              <a:latin typeface="Inter"/>
              <a:ea typeface="Inter"/>
              <a:cs typeface="Inter"/>
              <a:sym typeface="Inter"/>
            </a:endParaRPr>
          </a:p>
          <a:p>
            <a:pPr indent="0" lvl="0" marL="0" rtl="0" algn="l">
              <a:spcBef>
                <a:spcPts val="0"/>
              </a:spcBef>
              <a:spcAft>
                <a:spcPts val="0"/>
              </a:spcAft>
              <a:buNone/>
            </a:pPr>
            <a:r>
              <a:rPr b="1" lang="en" sz="1000">
                <a:solidFill>
                  <a:schemeClr val="lt1"/>
                </a:solidFill>
                <a:latin typeface="Inter"/>
                <a:ea typeface="Inter"/>
                <a:cs typeface="Inter"/>
                <a:sym typeface="Inter"/>
              </a:rPr>
              <a:t>User Base Size: </a:t>
            </a:r>
            <a:r>
              <a:rPr lang="en" sz="1000">
                <a:solidFill>
                  <a:schemeClr val="lt1"/>
                </a:solidFill>
                <a:latin typeface="Inter"/>
                <a:ea typeface="Inter"/>
                <a:cs typeface="Inter"/>
                <a:sym typeface="Inter"/>
              </a:rPr>
              <a:t>120,000</a:t>
            </a:r>
            <a:endParaRPr sz="1000">
              <a:solidFill>
                <a:schemeClr val="lt1"/>
              </a:solidFill>
              <a:latin typeface="Inter"/>
              <a:ea typeface="Inter"/>
              <a:cs typeface="Inter"/>
              <a:sym typeface="Inter"/>
            </a:endParaRPr>
          </a:p>
          <a:p>
            <a:pPr indent="0" lvl="0" marL="0" rtl="0" algn="l">
              <a:spcBef>
                <a:spcPts val="0"/>
              </a:spcBef>
              <a:spcAft>
                <a:spcPts val="0"/>
              </a:spcAft>
              <a:buNone/>
            </a:pPr>
            <a:r>
              <a:t/>
            </a:r>
            <a:endParaRPr b="1" sz="1000">
              <a:solidFill>
                <a:schemeClr val="lt1"/>
              </a:solidFill>
              <a:latin typeface="Inter"/>
              <a:ea typeface="Inter"/>
              <a:cs typeface="Inter"/>
              <a:sym typeface="Inter"/>
            </a:endParaRPr>
          </a:p>
          <a:p>
            <a:pPr indent="0" lvl="0" marL="0" rtl="0" algn="l">
              <a:spcBef>
                <a:spcPts val="0"/>
              </a:spcBef>
              <a:spcAft>
                <a:spcPts val="0"/>
              </a:spcAft>
              <a:buNone/>
            </a:pPr>
            <a:r>
              <a:t/>
            </a:r>
            <a:endParaRPr b="1" sz="1000">
              <a:solidFill>
                <a:schemeClr val="lt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65" name="Shape 465"/>
        <p:cNvGrpSpPr/>
        <p:nvPr/>
      </p:nvGrpSpPr>
      <p:grpSpPr>
        <a:xfrm>
          <a:off x="0" y="0"/>
          <a:ext cx="0" cy="0"/>
          <a:chOff x="0" y="0"/>
          <a:chExt cx="0" cy="0"/>
        </a:xfrm>
      </p:grpSpPr>
      <p:sp>
        <p:nvSpPr>
          <p:cNvPr id="466" name="Google Shape;466;p67"/>
          <p:cNvSpPr txBox="1"/>
          <p:nvPr>
            <p:ph type="title"/>
          </p:nvPr>
        </p:nvSpPr>
        <p:spPr>
          <a:xfrm>
            <a:off x="87425" y="446395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rPr>
              <a:t>Starting the Workflow</a:t>
            </a:r>
            <a:endParaRPr>
              <a:solidFill>
                <a:schemeClr val="lt1"/>
              </a:solidFill>
            </a:endParaRPr>
          </a:p>
        </p:txBody>
      </p:sp>
      <p:pic>
        <p:nvPicPr>
          <p:cNvPr id="467" name="Google Shape;467;p67" title="Screen Recording 2026-04-13 at 1.30.46 PM.mov">
            <a:hlinkClick r:id="rId3"/>
          </p:cNvPr>
          <p:cNvPicPr preferRelativeResize="0"/>
          <p:nvPr/>
        </p:nvPicPr>
        <p:blipFill>
          <a:blip r:embed="rId4">
            <a:alphaModFix/>
          </a:blip>
          <a:stretch>
            <a:fillRect/>
          </a:stretch>
        </p:blipFill>
        <p:spPr>
          <a:xfrm>
            <a:off x="796275" y="118100"/>
            <a:ext cx="7551438" cy="41591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71" name="Shape 471"/>
        <p:cNvGrpSpPr/>
        <p:nvPr/>
      </p:nvGrpSpPr>
      <p:grpSpPr>
        <a:xfrm>
          <a:off x="0" y="0"/>
          <a:ext cx="0" cy="0"/>
          <a:chOff x="0" y="0"/>
          <a:chExt cx="0" cy="0"/>
        </a:xfrm>
      </p:grpSpPr>
      <p:sp>
        <p:nvSpPr>
          <p:cNvPr id="472" name="Google Shape;472;p68"/>
          <p:cNvSpPr txBox="1"/>
          <p:nvPr>
            <p:ph type="title"/>
          </p:nvPr>
        </p:nvSpPr>
        <p:spPr>
          <a:xfrm>
            <a:off x="87425" y="446395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rPr>
              <a:t>Workflow processing</a:t>
            </a:r>
            <a:endParaRPr>
              <a:solidFill>
                <a:schemeClr val="lt1"/>
              </a:solidFill>
            </a:endParaRPr>
          </a:p>
        </p:txBody>
      </p:sp>
      <p:pic>
        <p:nvPicPr>
          <p:cNvPr id="473" name="Google Shape;473;p68" title="Screen Recording 2026-04-13 at 1.34.06 PM.mov">
            <a:hlinkClick r:id="rId3"/>
          </p:cNvPr>
          <p:cNvPicPr preferRelativeResize="0"/>
          <p:nvPr/>
        </p:nvPicPr>
        <p:blipFill>
          <a:blip r:embed="rId4">
            <a:alphaModFix/>
          </a:blip>
          <a:stretch>
            <a:fillRect/>
          </a:stretch>
        </p:blipFill>
        <p:spPr>
          <a:xfrm>
            <a:off x="1752600" y="152400"/>
            <a:ext cx="5748733" cy="4311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77" name="Shape 477"/>
        <p:cNvGrpSpPr/>
        <p:nvPr/>
      </p:nvGrpSpPr>
      <p:grpSpPr>
        <a:xfrm>
          <a:off x="0" y="0"/>
          <a:ext cx="0" cy="0"/>
          <a:chOff x="0" y="0"/>
          <a:chExt cx="0" cy="0"/>
        </a:xfrm>
      </p:grpSpPr>
      <p:sp>
        <p:nvSpPr>
          <p:cNvPr id="478" name="Google Shape;478;p69"/>
          <p:cNvSpPr txBox="1"/>
          <p:nvPr>
            <p:ph type="title"/>
          </p:nvPr>
        </p:nvSpPr>
        <p:spPr>
          <a:xfrm>
            <a:off x="87425" y="4463950"/>
            <a:ext cx="64215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rPr>
              <a:t>Final Output to User</a:t>
            </a:r>
            <a:endParaRPr>
              <a:solidFill>
                <a:schemeClr val="lt1"/>
              </a:solidFill>
            </a:endParaRPr>
          </a:p>
        </p:txBody>
      </p:sp>
      <p:pic>
        <p:nvPicPr>
          <p:cNvPr id="479" name="Google Shape;479;p69" title="Screen Recording 2026-04-13 at 1.37.40 PM.mov">
            <a:hlinkClick r:id="rId3"/>
          </p:cNvPr>
          <p:cNvPicPr preferRelativeResize="0"/>
          <p:nvPr/>
        </p:nvPicPr>
        <p:blipFill>
          <a:blip r:embed="rId4">
            <a:alphaModFix/>
          </a:blip>
          <a:stretch>
            <a:fillRect/>
          </a:stretch>
        </p:blipFill>
        <p:spPr>
          <a:xfrm>
            <a:off x="796275" y="152400"/>
            <a:ext cx="7551438" cy="41591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0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3" name="Shape 483"/>
        <p:cNvGrpSpPr/>
        <p:nvPr/>
      </p:nvGrpSpPr>
      <p:grpSpPr>
        <a:xfrm>
          <a:off x="0" y="0"/>
          <a:ext cx="0" cy="0"/>
          <a:chOff x="0" y="0"/>
          <a:chExt cx="0" cy="0"/>
        </a:xfrm>
      </p:grpSpPr>
      <p:grpSp>
        <p:nvGrpSpPr>
          <p:cNvPr id="484" name="Google Shape;484;p70"/>
          <p:cNvGrpSpPr/>
          <p:nvPr/>
        </p:nvGrpSpPr>
        <p:grpSpPr>
          <a:xfrm>
            <a:off x="61938" y="48723"/>
            <a:ext cx="566400" cy="566400"/>
            <a:chOff x="8349009" y="4345925"/>
            <a:chExt cx="566400" cy="566400"/>
          </a:xfrm>
        </p:grpSpPr>
        <p:sp>
          <p:nvSpPr>
            <p:cNvPr id="485" name="Google Shape;485;p70"/>
            <p:cNvSpPr/>
            <p:nvPr/>
          </p:nvSpPr>
          <p:spPr>
            <a:xfrm>
              <a:off x="8349009" y="4345925"/>
              <a:ext cx="566400" cy="566400"/>
            </a:xfrm>
            <a:prstGeom prst="roundRect">
              <a:avLst>
                <a:gd fmla="val 2246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donut shape" id="486" name="Google Shape;486;p70"/>
            <p:cNvSpPr/>
            <p:nvPr/>
          </p:nvSpPr>
          <p:spPr>
            <a:xfrm>
              <a:off x="8498249" y="4495175"/>
              <a:ext cx="267900" cy="267900"/>
            </a:xfrm>
            <a:prstGeom prst="donut">
              <a:avLst>
                <a:gd fmla="val 25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sp>
        <p:nvSpPr>
          <p:cNvPr id="487" name="Google Shape;487;p70"/>
          <p:cNvSpPr txBox="1"/>
          <p:nvPr>
            <p:ph type="title"/>
          </p:nvPr>
        </p:nvSpPr>
        <p:spPr>
          <a:xfrm>
            <a:off x="771575" y="54875"/>
            <a:ext cx="8014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Output Example</a:t>
            </a:r>
            <a:endParaRPr/>
          </a:p>
        </p:txBody>
      </p:sp>
      <p:sp>
        <p:nvSpPr>
          <p:cNvPr id="488" name="Google Shape;488;p70"/>
          <p:cNvSpPr/>
          <p:nvPr/>
        </p:nvSpPr>
        <p:spPr>
          <a:xfrm>
            <a:off x="175575" y="702325"/>
            <a:ext cx="4193400" cy="43263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a:solidFill>
                <a:schemeClr val="lt1"/>
              </a:solidFill>
              <a:latin typeface="Inter"/>
              <a:ea typeface="Inter"/>
              <a:cs typeface="Inter"/>
              <a:sym typeface="Inter"/>
            </a:endParaRPr>
          </a:p>
          <a:p>
            <a:pPr indent="0" lvl="0" marL="0" rtl="0" algn="l">
              <a:spcBef>
                <a:spcPts val="0"/>
              </a:spcBef>
              <a:spcAft>
                <a:spcPts val="0"/>
              </a:spcAft>
              <a:buNone/>
            </a:pPr>
            <a:r>
              <a:rPr b="1" lang="en">
                <a:solidFill>
                  <a:schemeClr val="lt1"/>
                </a:solidFill>
                <a:latin typeface="Inter"/>
                <a:ea typeface="Inter"/>
                <a:cs typeface="Inter"/>
                <a:sym typeface="Inter"/>
              </a:rPr>
              <a:t>Where the user can provide an explanation</a:t>
            </a:r>
            <a:endParaRPr b="1">
              <a:solidFill>
                <a:schemeClr val="lt1"/>
              </a:solidFill>
              <a:latin typeface="Inter"/>
              <a:ea typeface="Inter"/>
              <a:cs typeface="Inter"/>
              <a:sym typeface="Inter"/>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a:p>
            <a:pPr indent="0" lvl="0" marL="0" rtl="0" algn="l">
              <a:spcBef>
                <a:spcPts val="0"/>
              </a:spcBef>
              <a:spcAft>
                <a:spcPts val="0"/>
              </a:spcAft>
              <a:buNone/>
            </a:pPr>
            <a:r>
              <a:rPr b="1" lang="en" sz="1200">
                <a:solidFill>
                  <a:schemeClr val="lt1"/>
                </a:solidFill>
                <a:latin typeface="Inter"/>
                <a:ea typeface="Inter"/>
                <a:cs typeface="Inter"/>
                <a:sym typeface="Inter"/>
              </a:rPr>
              <a:t>- Authentication and Authorization — Score: 3 </a:t>
            </a:r>
            <a:endParaRPr b="1" sz="1200">
              <a:solidFill>
                <a:schemeClr val="lt1"/>
              </a:solidFill>
              <a:latin typeface="Inter"/>
              <a:ea typeface="Inter"/>
              <a:cs typeface="Inter"/>
              <a:sym typeface="Inter"/>
            </a:endParaRPr>
          </a:p>
          <a:p>
            <a:pPr indent="0" lvl="0" marL="0" rtl="0" algn="l">
              <a:spcBef>
                <a:spcPts val="0"/>
              </a:spcBef>
              <a:spcAft>
                <a:spcPts val="0"/>
              </a:spcAft>
              <a:buNone/>
            </a:pPr>
            <a:r>
              <a:rPr lang="en" sz="1200">
                <a:solidFill>
                  <a:schemeClr val="lt1"/>
                </a:solidFill>
                <a:latin typeface="Inter"/>
                <a:ea typeface="Inter"/>
                <a:cs typeface="Inter"/>
                <a:sym typeface="Inter"/>
              </a:rPr>
              <a:t>  Inventory and mark owners for all API/service keys and immediately revoke or rotate any unowned or long‑lived credentials; migrate services to short‑lived tokens (STS/OAuth/OIDC or mTLS) and central secrets management. Formalize an authenticator lifecycle policy (rotation frequency, revocation events) and add SIEM detections for long‑lived/abnormal token use</a:t>
            </a:r>
            <a:r>
              <a:rPr b="1" lang="en" sz="1200">
                <a:solidFill>
                  <a:schemeClr val="lt1"/>
                </a:solidFill>
                <a:latin typeface="Inter"/>
                <a:ea typeface="Inter"/>
                <a:cs typeface="Inter"/>
                <a:sym typeface="Inter"/>
              </a:rPr>
              <a:t>.</a:t>
            </a:r>
            <a:endParaRPr b="1" sz="1200">
              <a:solidFill>
                <a:schemeClr val="lt1"/>
              </a:solidFill>
              <a:latin typeface="Inter"/>
              <a:ea typeface="Inter"/>
              <a:cs typeface="Inter"/>
              <a:sym typeface="Inter"/>
            </a:endParaRPr>
          </a:p>
          <a:p>
            <a:pPr indent="0" lvl="0" marL="0" rtl="0" algn="l">
              <a:spcBef>
                <a:spcPts val="0"/>
              </a:spcBef>
              <a:spcAft>
                <a:spcPts val="0"/>
              </a:spcAft>
              <a:buNone/>
            </a:pPr>
            <a:r>
              <a:t/>
            </a:r>
            <a:endParaRPr b="1" sz="1000">
              <a:solidFill>
                <a:schemeClr val="lt1"/>
              </a:solidFill>
              <a:latin typeface="Inter"/>
              <a:ea typeface="Inter"/>
              <a:cs typeface="Inter"/>
              <a:sym typeface="Inter"/>
            </a:endParaRPr>
          </a:p>
          <a:p>
            <a:pPr indent="0" lvl="0" marL="0" rtl="0" algn="l">
              <a:spcBef>
                <a:spcPts val="0"/>
              </a:spcBef>
              <a:spcAft>
                <a:spcPts val="0"/>
              </a:spcAft>
              <a:buNone/>
            </a:pPr>
            <a:r>
              <a:t/>
            </a:r>
            <a:endParaRPr b="1" sz="1000">
              <a:solidFill>
                <a:schemeClr val="lt1"/>
              </a:solidFill>
              <a:latin typeface="Inter"/>
              <a:ea typeface="Inter"/>
              <a:cs typeface="Inter"/>
              <a:sym typeface="Inter"/>
            </a:endParaRPr>
          </a:p>
        </p:txBody>
      </p:sp>
      <p:sp>
        <p:nvSpPr>
          <p:cNvPr id="489" name="Google Shape;489;p70"/>
          <p:cNvSpPr/>
          <p:nvPr/>
        </p:nvSpPr>
        <p:spPr>
          <a:xfrm>
            <a:off x="4664675" y="702375"/>
            <a:ext cx="4121100" cy="43263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rPr>
              <a:t>Where the user says “I don’t know”</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b="1" lang="en">
                <a:solidFill>
                  <a:schemeClr val="lt1"/>
                </a:solidFill>
              </a:rPr>
              <a:t>- Identity and Access Management — Score: 5 </a:t>
            </a:r>
            <a:endParaRPr b="1">
              <a:solidFill>
                <a:schemeClr val="lt1"/>
              </a:solidFill>
            </a:endParaRPr>
          </a:p>
          <a:p>
            <a:pPr indent="0" lvl="0" marL="0" rtl="0" algn="l">
              <a:spcBef>
                <a:spcPts val="0"/>
              </a:spcBef>
              <a:spcAft>
                <a:spcPts val="0"/>
              </a:spcAft>
              <a:buNone/>
            </a:pPr>
            <a:r>
              <a:rPr lang="en">
                <a:solidFill>
                  <a:schemeClr val="lt1"/>
                </a:solidFill>
              </a:rPr>
              <a:t>  Publish a centralized IAM policy (roles, lifecycle, review cadence) and consolidate interactive access through SSO with role/attribute‑based controls enforcing least privilege. Implement automated provisioning/deprovisioning and quarterly privileged access reviews.</a:t>
            </a:r>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93" name="Shape 493"/>
        <p:cNvGrpSpPr/>
        <p:nvPr/>
      </p:nvGrpSpPr>
      <p:grpSpPr>
        <a:xfrm>
          <a:off x="0" y="0"/>
          <a:ext cx="0" cy="0"/>
          <a:chOff x="0" y="0"/>
          <a:chExt cx="0" cy="0"/>
        </a:xfrm>
      </p:grpSpPr>
      <p:sp>
        <p:nvSpPr>
          <p:cNvPr id="494" name="Google Shape;494;p71"/>
          <p:cNvSpPr txBox="1"/>
          <p:nvPr>
            <p:ph idx="1" type="subTitle"/>
          </p:nvPr>
        </p:nvSpPr>
        <p:spPr>
          <a:xfrm>
            <a:off x="4897375" y="2609925"/>
            <a:ext cx="36798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t>Any questions?</a:t>
            </a:r>
            <a:endParaRPr sz="2800"/>
          </a:p>
        </p:txBody>
      </p:sp>
      <p:sp>
        <p:nvSpPr>
          <p:cNvPr id="495" name="Google Shape;495;p71"/>
          <p:cNvSpPr txBox="1"/>
          <p:nvPr>
            <p:ph type="title"/>
          </p:nvPr>
        </p:nvSpPr>
        <p:spPr>
          <a:xfrm>
            <a:off x="563400" y="3695700"/>
            <a:ext cx="3679800" cy="938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shop Facilitation">
  <a:themeElements>
    <a:clrScheme name="Simple Light">
      <a:dk1>
        <a:srgbClr val="10100F"/>
      </a:dk1>
      <a:lt1>
        <a:srgbClr val="F8F3EC"/>
      </a:lt1>
      <a:dk2>
        <a:srgbClr val="810100"/>
      </a:dk2>
      <a:lt2>
        <a:srgbClr val="F8F3EC"/>
      </a:lt2>
      <a:accent1>
        <a:srgbClr val="B82D2D"/>
      </a:accent1>
      <a:accent2>
        <a:srgbClr val="FB6058"/>
      </a:accent2>
      <a:accent3>
        <a:srgbClr val="FFD979"/>
      </a:accent3>
      <a:accent4>
        <a:srgbClr val="FFADA8"/>
      </a:accent4>
      <a:accent5>
        <a:srgbClr val="570100"/>
      </a:accent5>
      <a:accent6>
        <a:srgbClr val="303030"/>
      </a:accent6>
      <a:hlink>
        <a:srgbClr val="FC60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